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6" r:id="rId2"/>
    <p:sldId id="256" r:id="rId3"/>
    <p:sldId id="261" r:id="rId4"/>
    <p:sldId id="257" r:id="rId5"/>
    <p:sldId id="259" r:id="rId6"/>
    <p:sldId id="265" r:id="rId7"/>
  </p:sldIdLst>
  <p:sldSz cx="18288000" cy="10287000"/>
  <p:notesSz cx="6858000" cy="9144000"/>
  <p:embeddedFontLst>
    <p:embeddedFont>
      <p:font typeface="Helvetica World" panose="020B0604020202020204" charset="-128"/>
      <p:regular r:id="rId9"/>
    </p:embeddedFont>
    <p:embeddedFont>
      <p:font typeface="Helvetica World Bold" panose="020B0604020202020204" charset="-128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3" pos="110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AD1F"/>
    <a:srgbClr val="DF950F"/>
    <a:srgbClr val="DD8E38"/>
    <a:srgbClr val="52B86E"/>
    <a:srgbClr val="1CA342"/>
    <a:srgbClr val="D29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472A2-2942-4B2B-964D-50D86DD431C2}" v="56" dt="2026-10-07T06:46:23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88" y="324"/>
      </p:cViewPr>
      <p:guideLst>
        <p:guide orient="horz" pos="2136"/>
        <p:guide pos="5760"/>
        <p:guide pos="110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co Negri" userId="7aa542377b06ace9" providerId="LiveId" clId="{1466A787-F996-3607-9AE3-3F1B29D10D11}"/>
    <pc:docChg chg="undo custSel modSld">
      <pc:chgData name="Mirco Negri" userId="7aa542377b06ace9" providerId="LiveId" clId="{1466A787-F996-3607-9AE3-3F1B29D10D11}" dt="2026-10-01T13:56:56.197" v="24" actId="1076"/>
      <pc:docMkLst>
        <pc:docMk/>
      </pc:docMkLst>
      <pc:sldChg chg="addSp modSp mod">
        <pc:chgData name="Mirco Negri" userId="7aa542377b06ace9" providerId="LiveId" clId="{1466A787-F996-3607-9AE3-3F1B29D10D11}" dt="2026-10-01T09:35:15.577" v="8" actId="139"/>
        <pc:sldMkLst>
          <pc:docMk/>
          <pc:sldMk cId="0" sldId="257"/>
        </pc:sldMkLst>
        <pc:spChg chg="add">
          <ac:chgData name="Mirco Negri" userId="7aa542377b06ace9" providerId="LiveId" clId="{1466A787-F996-3607-9AE3-3F1B29D10D11}" dt="2026-10-01T09:35:15.577" v="8" actId="139"/>
          <ac:spMkLst>
            <pc:docMk/>
            <pc:sldMk cId="0" sldId="257"/>
            <ac:spMk id="2" creationId="{1418A76B-19C4-0057-382D-114A87F0D7C7}"/>
          </ac:spMkLst>
        </pc:spChg>
        <pc:spChg chg="mod">
          <ac:chgData name="Mirco Negri" userId="7aa542377b06ace9" providerId="LiveId" clId="{1466A787-F996-3607-9AE3-3F1B29D10D11}" dt="2026-10-01T09:33:50.681" v="7" actId="20577"/>
          <ac:spMkLst>
            <pc:docMk/>
            <pc:sldMk cId="0" sldId="257"/>
            <ac:spMk id="7" creationId="{00000000-0000-0000-0000-000000000000}"/>
          </ac:spMkLst>
        </pc:spChg>
      </pc:sldChg>
      <pc:sldChg chg="addSp modSp mod">
        <pc:chgData name="Mirco Negri" userId="7aa542377b06ace9" providerId="LiveId" clId="{1466A787-F996-3607-9AE3-3F1B29D10D11}" dt="2026-10-01T13:56:56.197" v="24" actId="1076"/>
        <pc:sldMkLst>
          <pc:docMk/>
          <pc:sldMk cId="0" sldId="259"/>
        </pc:sldMkLst>
        <pc:spChg chg="add mod">
          <ac:chgData name="Mirco Negri" userId="7aa542377b06ace9" providerId="LiveId" clId="{1466A787-F996-3607-9AE3-3F1B29D10D11}" dt="2026-10-01T13:56:56.197" v="24" actId="1076"/>
          <ac:spMkLst>
            <pc:docMk/>
            <pc:sldMk cId="0" sldId="259"/>
            <ac:spMk id="3" creationId="{3D23D953-1B8A-E945-B388-ACFAAC08AFC9}"/>
          </ac:spMkLst>
        </pc:spChg>
      </pc:sldChg>
      <pc:sldChg chg="addSp delSp modSp mod">
        <pc:chgData name="Mirco Negri" userId="7aa542377b06ace9" providerId="LiveId" clId="{1466A787-F996-3607-9AE3-3F1B29D10D11}" dt="2026-10-01T13:54:33.988" v="16" actId="1076"/>
        <pc:sldMkLst>
          <pc:docMk/>
          <pc:sldMk cId="0" sldId="261"/>
        </pc:sldMkLst>
        <pc:picChg chg="add mod">
          <ac:chgData name="Mirco Negri" userId="7aa542377b06ace9" providerId="LiveId" clId="{1466A787-F996-3607-9AE3-3F1B29D10D11}" dt="2026-10-01T13:54:33.988" v="16" actId="1076"/>
          <ac:picMkLst>
            <pc:docMk/>
            <pc:sldMk cId="0" sldId="261"/>
            <ac:picMk id="4" creationId="{16A6585E-C92C-99F2-F503-AF788B053AF1}"/>
          </ac:picMkLst>
        </pc:picChg>
      </pc:sldChg>
      <pc:sldChg chg="modSp mod">
        <pc:chgData name="Mirco Negri" userId="7aa542377b06ace9" providerId="LiveId" clId="{1466A787-F996-3607-9AE3-3F1B29D10D11}" dt="2026-10-01T13:56:29.443" v="21" actId="1076"/>
        <pc:sldMkLst>
          <pc:docMk/>
          <pc:sldMk cId="0" sldId="265"/>
        </pc:sldMkLst>
        <pc:spChg chg="mod">
          <ac:chgData name="Mirco Negri" userId="7aa542377b06ace9" providerId="LiveId" clId="{1466A787-F996-3607-9AE3-3F1B29D10D11}" dt="2026-10-01T13:56:29.443" v="21" actId="1076"/>
          <ac:spMkLst>
            <pc:docMk/>
            <pc:sldMk cId="0" sldId="265"/>
            <ac:spMk id="2" creationId="{00000000-0000-0000-0000-000000000000}"/>
          </ac:spMkLst>
        </pc:spChg>
      </pc:sldChg>
      <pc:sldChg chg="addSp delSp modSp mod">
        <pc:chgData name="Mirco Negri" userId="7aa542377b06ace9" providerId="LiveId" clId="{1466A787-F996-3607-9AE3-3F1B29D10D11}" dt="2026-10-01T13:54:52.371" v="20" actId="1076"/>
        <pc:sldMkLst>
          <pc:docMk/>
          <pc:sldMk cId="2485810062" sldId="266"/>
        </pc:sldMkLst>
        <pc:picChg chg="add mod">
          <ac:chgData name="Mirco Negri" userId="7aa542377b06ace9" providerId="LiveId" clId="{1466A787-F996-3607-9AE3-3F1B29D10D11}" dt="2026-10-01T13:54:52.371" v="20" actId="1076"/>
          <ac:picMkLst>
            <pc:docMk/>
            <pc:sldMk cId="2485810062" sldId="266"/>
            <ac:picMk id="4" creationId="{74BF7E66-1594-5FA9-A3C3-EE5DB64BCAD9}"/>
          </ac:picMkLst>
        </pc:picChg>
      </pc:sldChg>
    </pc:docChg>
  </pc:docChgLst>
  <pc:docChgLst>
    <pc:chgData name="Utente guest" providerId="Windows Live" clId="Web-{00000000-0000-0000-0000-000000000000}"/>
    <pc:docChg chg="modSld modMainMaster">
      <pc:chgData name="Utente guest" userId="" providerId="Windows Live" clId="Web-{00000000-0000-0000-0000-000000000000}" dt="2026-10-01T09:55:30.473" v="42" actId="20577"/>
      <pc:docMkLst>
        <pc:docMk/>
      </pc:docMkLst>
      <pc:sldChg chg="mod">
        <pc:chgData name="Utente guest" userId="" providerId="Windows Live" clId="Web-{00000000-0000-0000-0000-000000000000}" dt="2026-09-30T08:17:36.486" v="0"/>
        <pc:sldMkLst>
          <pc:docMk/>
          <pc:sldMk cId="0" sldId="256"/>
        </pc:sldMkLst>
      </pc:sldChg>
      <pc:sldChg chg="modSp mod">
        <pc:chgData name="Utente guest" userId="" providerId="Windows Live" clId="Web-{00000000-0000-0000-0000-000000000000}" dt="2026-10-01T09:55:30.473" v="42" actId="20577"/>
        <pc:sldMkLst>
          <pc:docMk/>
          <pc:sldMk cId="0" sldId="257"/>
        </pc:sldMkLst>
        <pc:spChg chg="mod">
          <ac:chgData name="Utente guest" userId="" providerId="Windows Live" clId="Web-{00000000-0000-0000-0000-000000000000}" dt="2026-10-01T09:55:30.473" v="42" actId="20577"/>
          <ac:spMkLst>
            <pc:docMk/>
            <pc:sldMk cId="0" sldId="257"/>
            <ac:spMk id="28" creationId="{60D8EA5F-5A71-477F-F028-EF2036A89AA3}"/>
          </ac:spMkLst>
        </pc:spChg>
        <pc:picChg chg="mod modCrop">
          <ac:chgData name="Utente guest" userId="" providerId="Windows Live" clId="Web-{00000000-0000-0000-0000-000000000000}" dt="2026-10-01T09:53:17.248" v="23"/>
          <ac:picMkLst>
            <pc:docMk/>
            <pc:sldMk cId="0" sldId="257"/>
            <ac:picMk id="30" creationId="{B28EBA92-182D-AC7F-F5C8-9857C1424020}"/>
          </ac:picMkLst>
        </pc:picChg>
        <pc:picChg chg="mod">
          <ac:chgData name="Utente guest" userId="" providerId="Windows Live" clId="Web-{00000000-0000-0000-0000-000000000000}" dt="2026-10-01T09:52:49.841" v="17" actId="1076"/>
          <ac:picMkLst>
            <pc:docMk/>
            <pc:sldMk cId="0" sldId="257"/>
            <ac:picMk id="32" creationId="{04BABE62-17F2-0546-81E1-F66094AA949A}"/>
          </ac:picMkLst>
        </pc:picChg>
        <pc:picChg chg="mod">
          <ac:chgData name="Utente guest" userId="" providerId="Windows Live" clId="Web-{00000000-0000-0000-0000-000000000000}" dt="2026-10-01T09:52:49.841" v="20" actId="1076"/>
          <ac:picMkLst>
            <pc:docMk/>
            <pc:sldMk cId="0" sldId="257"/>
            <ac:picMk id="44" creationId="{5D2318D4-BCD6-3EDA-476C-DF03C0AA3D76}"/>
          </ac:picMkLst>
        </pc:picChg>
      </pc:sldChg>
      <pc:sldChg chg="mod">
        <pc:chgData name="Utente guest" userId="" providerId="Windows Live" clId="Web-{00000000-0000-0000-0000-000000000000}" dt="2026-09-30T08:17:36.486" v="0"/>
        <pc:sldMkLst>
          <pc:docMk/>
          <pc:sldMk cId="0" sldId="259"/>
        </pc:sldMkLst>
      </pc:sldChg>
      <pc:sldChg chg="mod">
        <pc:chgData name="Utente guest" userId="" providerId="Windows Live" clId="Web-{00000000-0000-0000-0000-000000000000}" dt="2026-09-30T08:17:36.486" v="0"/>
        <pc:sldMkLst>
          <pc:docMk/>
          <pc:sldMk cId="0" sldId="261"/>
        </pc:sldMkLst>
      </pc:sldChg>
      <pc:sldChg chg="mod">
        <pc:chgData name="Utente guest" userId="" providerId="Windows Live" clId="Web-{00000000-0000-0000-0000-000000000000}" dt="2026-09-30T08:17:36.486" v="0"/>
        <pc:sldMkLst>
          <pc:docMk/>
          <pc:sldMk cId="0" sldId="265"/>
        </pc:sldMkLst>
      </pc:sldChg>
      <pc:sldMasterChg chg="mod setBg modSldLayout">
        <pc:chgData name="Utente guest" userId="" providerId="Windows Live" clId="Web-{00000000-0000-0000-0000-000000000000}" dt="2026-09-30T08:17:36.486" v="0"/>
        <pc:sldMasterMkLst>
          <pc:docMk/>
          <pc:sldMasterMk cId="0" sldId="2147483648"/>
        </pc:sldMasterMkLst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Utente guest" userId="" providerId="Windows Live" clId="Web-{00000000-0000-0000-0000-000000000000}" dt="2026-09-30T08:17:36.486" v="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Utente guest" providerId="Windows Live" clId="Web-{9EF188CD-4C0A-AA7B-BA37-E13844F0BD3F}"/>
    <pc:docChg chg="modSld">
      <pc:chgData name="Utente guest" userId="" providerId="Windows Live" clId="Web-{9EF188CD-4C0A-AA7B-BA37-E13844F0BD3F}" dt="2026-09-30T08:13:03.597" v="7"/>
      <pc:docMkLst>
        <pc:docMk/>
      </pc:docMkLst>
      <pc:sldChg chg="mod setBg">
        <pc:chgData name="Utente guest" userId="" providerId="Windows Live" clId="Web-{9EF188CD-4C0A-AA7B-BA37-E13844F0BD3F}" dt="2026-09-30T08:13:03.597" v="7"/>
        <pc:sldMkLst>
          <pc:docMk/>
          <pc:sldMk cId="0" sldId="256"/>
        </pc:sldMkLst>
      </pc:sldChg>
    </pc:docChg>
  </pc:docChgLst>
  <pc:docChgLst>
    <pc:chgData name="Mirco Negri" userId="7aa542377b06ace9" providerId="LiveId" clId="{E3728D01-3FAD-4EC0-BD3B-C35769336935}"/>
    <pc:docChg chg="undo redo custSel addSld modSld sldOrd">
      <pc:chgData name="Mirco Negri" userId="7aa542377b06ace9" providerId="LiveId" clId="{E3728D01-3FAD-4EC0-BD3B-C35769336935}" dt="2026-10-07T06:56:42.084" v="6785" actId="478"/>
      <pc:docMkLst>
        <pc:docMk/>
      </pc:docMkLst>
      <pc:sldChg chg="addSp delSp modSp mod">
        <pc:chgData name="Mirco Negri" userId="7aa542377b06ace9" providerId="LiveId" clId="{E3728D01-3FAD-4EC0-BD3B-C35769336935}" dt="2026-10-07T06:56:42.084" v="6785" actId="478"/>
        <pc:sldMkLst>
          <pc:docMk/>
          <pc:sldMk cId="0" sldId="256"/>
        </pc:sldMkLst>
        <pc:spChg chg="mod ord">
          <ac:chgData name="Mirco Negri" userId="7aa542377b06ace9" providerId="LiveId" clId="{E3728D01-3FAD-4EC0-BD3B-C35769336935}" dt="2026-09-30T09:30:00" v="2191" actId="103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Mirco Negri" userId="7aa542377b06ace9" providerId="LiveId" clId="{E3728D01-3FAD-4EC0-BD3B-C35769336935}" dt="2026-09-30T09:30:52.849" v="2231" actId="1038"/>
          <ac:spMkLst>
            <pc:docMk/>
            <pc:sldMk cId="0" sldId="256"/>
            <ac:spMk id="13" creationId="{A774C070-F390-A6A4-0B9B-2E002D4C0AD1}"/>
          </ac:spMkLst>
        </pc:spChg>
        <pc:spChg chg="add mod">
          <ac:chgData name="Mirco Negri" userId="7aa542377b06ace9" providerId="LiveId" clId="{E3728D01-3FAD-4EC0-BD3B-C35769336935}" dt="2026-09-30T09:31:24.819" v="2236" actId="948"/>
          <ac:spMkLst>
            <pc:docMk/>
            <pc:sldMk cId="0" sldId="256"/>
            <ac:spMk id="22" creationId="{0DE1CCD0-DC6B-C19A-7AC2-B2893D5368A9}"/>
          </ac:spMkLst>
        </pc:spChg>
        <pc:spChg chg="add mod">
          <ac:chgData name="Mirco Negri" userId="7aa542377b06ace9" providerId="LiveId" clId="{E3728D01-3FAD-4EC0-BD3B-C35769336935}" dt="2026-09-30T09:30:39.720" v="2214" actId="1038"/>
          <ac:spMkLst>
            <pc:docMk/>
            <pc:sldMk cId="0" sldId="256"/>
            <ac:spMk id="24" creationId="{6B0FBCB2-32E0-7CAE-5D60-00A8CD541AE8}"/>
          </ac:spMkLst>
        </pc:spChg>
        <pc:picChg chg="add del mod">
          <ac:chgData name="Mirco Negri" userId="7aa542377b06ace9" providerId="LiveId" clId="{E3728D01-3FAD-4EC0-BD3B-C35769336935}" dt="2026-10-07T06:41:08.026" v="6511" actId="478"/>
          <ac:picMkLst>
            <pc:docMk/>
            <pc:sldMk cId="0" sldId="256"/>
            <ac:picMk id="3" creationId="{A65AA30D-2DC8-F1C9-0AD0-1A625CE93ACA}"/>
          </ac:picMkLst>
        </pc:picChg>
        <pc:picChg chg="add mod ord">
          <ac:chgData name="Mirco Negri" userId="7aa542377b06ace9" providerId="LiveId" clId="{E3728D01-3FAD-4EC0-BD3B-C35769336935}" dt="2026-10-02T17:30:39.307" v="6133" actId="167"/>
          <ac:picMkLst>
            <pc:docMk/>
            <pc:sldMk cId="0" sldId="256"/>
            <ac:picMk id="4" creationId="{8E0A0EDB-FCEF-9787-CABD-122559043C0D}"/>
          </ac:picMkLst>
        </pc:picChg>
        <pc:picChg chg="add del mod">
          <ac:chgData name="Mirco Negri" userId="7aa542377b06ace9" providerId="LiveId" clId="{E3728D01-3FAD-4EC0-BD3B-C35769336935}" dt="2026-10-07T06:43:08.589" v="6513" actId="478"/>
          <ac:picMkLst>
            <pc:docMk/>
            <pc:sldMk cId="0" sldId="256"/>
            <ac:picMk id="6" creationId="{1A3C2555-2818-B885-B938-DE15F096BEBA}"/>
          </ac:picMkLst>
        </pc:picChg>
        <pc:picChg chg="add del mod">
          <ac:chgData name="Mirco Negri" userId="7aa542377b06ace9" providerId="LiveId" clId="{E3728D01-3FAD-4EC0-BD3B-C35769336935}" dt="2026-10-07T06:45:38.326" v="6601" actId="21"/>
          <ac:picMkLst>
            <pc:docMk/>
            <pc:sldMk cId="0" sldId="256"/>
            <ac:picMk id="11" creationId="{D0944A8B-2772-915D-E3F5-B85F1112B401}"/>
          </ac:picMkLst>
        </pc:picChg>
        <pc:picChg chg="add mod">
          <ac:chgData name="Mirco Negri" userId="7aa542377b06ace9" providerId="LiveId" clId="{E3728D01-3FAD-4EC0-BD3B-C35769336935}" dt="2026-10-01T11:41:47.235" v="5127" actId="14100"/>
          <ac:picMkLst>
            <pc:docMk/>
            <pc:sldMk cId="0" sldId="256"/>
            <ac:picMk id="14" creationId="{29187849-A66D-4E0E-C22C-8A5E7E7B375B}"/>
          </ac:picMkLst>
        </pc:picChg>
        <pc:picChg chg="add mod">
          <ac:chgData name="Mirco Negri" userId="7aa542377b06ace9" providerId="LiveId" clId="{E3728D01-3FAD-4EC0-BD3B-C35769336935}" dt="2026-10-07T06:49:12.514" v="6666" actId="14100"/>
          <ac:picMkLst>
            <pc:docMk/>
            <pc:sldMk cId="0" sldId="256"/>
            <ac:picMk id="15" creationId="{E2E2842D-7212-F408-EC96-58CCC4DE208F}"/>
          </ac:picMkLst>
        </pc:picChg>
        <pc:picChg chg="add del mod">
          <ac:chgData name="Mirco Negri" userId="7aa542377b06ace9" providerId="LiveId" clId="{E3728D01-3FAD-4EC0-BD3B-C35769336935}" dt="2026-10-07T06:55:17.052" v="6757" actId="478"/>
          <ac:picMkLst>
            <pc:docMk/>
            <pc:sldMk cId="0" sldId="256"/>
            <ac:picMk id="20" creationId="{ADCFE063-3399-915A-2F3A-2279891CF12E}"/>
          </ac:picMkLst>
        </pc:picChg>
        <pc:picChg chg="add del mod">
          <ac:chgData name="Mirco Negri" userId="7aa542377b06ace9" providerId="LiveId" clId="{E3728D01-3FAD-4EC0-BD3B-C35769336935}" dt="2026-10-07T06:56:42.084" v="6785" actId="478"/>
          <ac:picMkLst>
            <pc:docMk/>
            <pc:sldMk cId="0" sldId="256"/>
            <ac:picMk id="23" creationId="{D453C6B6-1F4E-4A2E-A80A-2945EE9D7F62}"/>
          </ac:picMkLst>
        </pc:picChg>
      </pc:sldChg>
      <pc:sldChg chg="addSp delSp modSp mod">
        <pc:chgData name="Mirco Negri" userId="7aa542377b06ace9" providerId="LiveId" clId="{E3728D01-3FAD-4EC0-BD3B-C35769336935}" dt="2026-10-07T06:55:26.814" v="6759" actId="478"/>
        <pc:sldMkLst>
          <pc:docMk/>
          <pc:sldMk cId="0" sldId="257"/>
        </pc:sldMkLst>
        <pc:spChg chg="mod">
          <ac:chgData name="Mirco Negri" userId="7aa542377b06ace9" providerId="LiveId" clId="{E3728D01-3FAD-4EC0-BD3B-C35769336935}" dt="2026-09-30T09:49:19.911" v="3381" actId="1037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Mirco Negri" userId="7aa542377b06ace9" providerId="LiveId" clId="{E3728D01-3FAD-4EC0-BD3B-C35769336935}" dt="2026-10-02T17:29:07.716" v="6026" actId="1038"/>
          <ac:spMkLst>
            <pc:docMk/>
            <pc:sldMk cId="0" sldId="257"/>
            <ac:spMk id="10" creationId="{68626005-0B9D-19B9-69AE-0754EF884F2A}"/>
          </ac:spMkLst>
        </pc:spChg>
        <pc:spChg chg="add mod">
          <ac:chgData name="Mirco Negri" userId="7aa542377b06ace9" providerId="LiveId" clId="{E3728D01-3FAD-4EC0-BD3B-C35769336935}" dt="2026-10-02T17:29:07.716" v="6026" actId="1038"/>
          <ac:spMkLst>
            <pc:docMk/>
            <pc:sldMk cId="0" sldId="257"/>
            <ac:spMk id="12" creationId="{C9929828-CC9D-BB3A-0D48-7AED6AE0C23B}"/>
          </ac:spMkLst>
        </pc:spChg>
        <pc:spChg chg="add mod">
          <ac:chgData name="Mirco Negri" userId="7aa542377b06ace9" providerId="LiveId" clId="{E3728D01-3FAD-4EC0-BD3B-C35769336935}" dt="2026-10-02T17:29:07.716" v="6026" actId="1038"/>
          <ac:spMkLst>
            <pc:docMk/>
            <pc:sldMk cId="0" sldId="257"/>
            <ac:spMk id="14" creationId="{5E0EAE2E-E474-8CD6-B90E-7F3DC53591DB}"/>
          </ac:spMkLst>
        </pc:spChg>
        <pc:spChg chg="add mod">
          <ac:chgData name="Mirco Negri" userId="7aa542377b06ace9" providerId="LiveId" clId="{E3728D01-3FAD-4EC0-BD3B-C35769336935}" dt="2026-10-02T17:29:07.716" v="6026" actId="1038"/>
          <ac:spMkLst>
            <pc:docMk/>
            <pc:sldMk cId="0" sldId="257"/>
            <ac:spMk id="16" creationId="{9078B304-F146-57A5-B351-7DA5B99AB368}"/>
          </ac:spMkLst>
        </pc:spChg>
        <pc:spChg chg="add mod">
          <ac:chgData name="Mirco Negri" userId="7aa542377b06ace9" providerId="LiveId" clId="{E3728D01-3FAD-4EC0-BD3B-C35769336935}" dt="2026-09-30T09:49:41.585" v="3431" actId="1035"/>
          <ac:spMkLst>
            <pc:docMk/>
            <pc:sldMk cId="0" sldId="257"/>
            <ac:spMk id="28" creationId="{60D8EA5F-5A71-477F-F028-EF2036A89AA3}"/>
          </ac:spMkLst>
        </pc:spChg>
        <pc:graphicFrameChg chg="add mod">
          <ac:chgData name="Mirco Negri" userId="7aa542377b06ace9" providerId="LiveId" clId="{E3728D01-3FAD-4EC0-BD3B-C35769336935}" dt="2026-10-02T17:28:36.466" v="5843" actId="1037"/>
          <ac:graphicFrameMkLst>
            <pc:docMk/>
            <pc:sldMk cId="0" sldId="257"/>
            <ac:graphicFrameMk id="4" creationId="{5157CCF6-A468-5F79-0BCE-164414BD4275}"/>
          </ac:graphicFrameMkLst>
        </pc:graphicFrameChg>
        <pc:graphicFrameChg chg="add mod">
          <ac:chgData name="Mirco Negri" userId="7aa542377b06ace9" providerId="LiveId" clId="{E3728D01-3FAD-4EC0-BD3B-C35769336935}" dt="2026-10-02T17:28:52.080" v="5934" actId="1038"/>
          <ac:graphicFrameMkLst>
            <pc:docMk/>
            <pc:sldMk cId="0" sldId="257"/>
            <ac:graphicFrameMk id="8" creationId="{5FFC9750-9C6E-65F6-75A2-F5836E37D5BA}"/>
          </ac:graphicFrameMkLst>
        </pc:graphicFrameChg>
        <pc:picChg chg="add mod ord">
          <ac:chgData name="Mirco Negri" userId="7aa542377b06ace9" providerId="LiveId" clId="{E3728D01-3FAD-4EC0-BD3B-C35769336935}" dt="2026-10-02T17:17:34.711" v="5433" actId="167"/>
          <ac:picMkLst>
            <pc:docMk/>
            <pc:sldMk cId="0" sldId="257"/>
            <ac:picMk id="5" creationId="{53D90A02-C392-BEA5-6B4E-5973C34225E4}"/>
          </ac:picMkLst>
        </pc:picChg>
        <pc:picChg chg="add del">
          <ac:chgData name="Mirco Negri" userId="7aa542377b06ace9" providerId="LiveId" clId="{E3728D01-3FAD-4EC0-BD3B-C35769336935}" dt="2026-10-07T06:55:26.814" v="6759" actId="478"/>
          <ac:picMkLst>
            <pc:docMk/>
            <pc:sldMk cId="0" sldId="257"/>
            <ac:picMk id="6" creationId="{6390F326-2402-495C-D1D8-5861F05CD5E0}"/>
          </ac:picMkLst>
        </pc:picChg>
        <pc:picChg chg="add mod">
          <ac:chgData name="Mirco Negri" userId="7aa542377b06ace9" providerId="LiveId" clId="{E3728D01-3FAD-4EC0-BD3B-C35769336935}" dt="2026-09-30T09:56:14.237" v="3836" actId="1036"/>
          <ac:picMkLst>
            <pc:docMk/>
            <pc:sldMk cId="0" sldId="257"/>
            <ac:picMk id="30" creationId="{B28EBA92-182D-AC7F-F5C8-9857C1424020}"/>
          </ac:picMkLst>
        </pc:picChg>
        <pc:picChg chg="add mod ord">
          <ac:chgData name="Mirco Negri" userId="7aa542377b06ace9" providerId="LiveId" clId="{E3728D01-3FAD-4EC0-BD3B-C35769336935}" dt="2026-10-02T17:24:35.265" v="5718" actId="167"/>
          <ac:picMkLst>
            <pc:docMk/>
            <pc:sldMk cId="0" sldId="257"/>
            <ac:picMk id="32" creationId="{04BABE62-17F2-0546-81E1-F66094AA949A}"/>
          </ac:picMkLst>
        </pc:picChg>
        <pc:picChg chg="add del mod">
          <ac:chgData name="Mirco Negri" userId="7aa542377b06ace9" providerId="LiveId" clId="{E3728D01-3FAD-4EC0-BD3B-C35769336935}" dt="2026-10-07T06:51:03.503" v="6750" actId="478"/>
          <ac:picMkLst>
            <pc:docMk/>
            <pc:sldMk cId="0" sldId="257"/>
            <ac:picMk id="38" creationId="{63EF6C00-4A73-33B7-EA9E-43C9890E6279}"/>
          </ac:picMkLst>
        </pc:picChg>
        <pc:picChg chg="add mod">
          <ac:chgData name="Mirco Negri" userId="7aa542377b06ace9" providerId="LiveId" clId="{E3728D01-3FAD-4EC0-BD3B-C35769336935}" dt="2026-09-30T09:51:15.491" v="3686" actId="1037"/>
          <ac:picMkLst>
            <pc:docMk/>
            <pc:sldMk cId="0" sldId="257"/>
            <ac:picMk id="40" creationId="{CD4DB33E-FB8F-893A-444D-D646973444C9}"/>
          </ac:picMkLst>
        </pc:picChg>
        <pc:picChg chg="add mod ord modCrop">
          <ac:chgData name="Mirco Negri" userId="7aa542377b06ace9" providerId="LiveId" clId="{E3728D01-3FAD-4EC0-BD3B-C35769336935}" dt="2026-10-07T06:52:33.995" v="6756" actId="167"/>
          <ac:picMkLst>
            <pc:docMk/>
            <pc:sldMk cId="0" sldId="257"/>
            <ac:picMk id="44" creationId="{5D2318D4-BCD6-3EDA-476C-DF03C0AA3D76}"/>
          </ac:picMkLst>
        </pc:picChg>
      </pc:sldChg>
      <pc:sldChg chg="addSp delSp modSp mod">
        <pc:chgData name="Mirco Negri" userId="7aa542377b06ace9" providerId="LiveId" clId="{E3728D01-3FAD-4EC0-BD3B-C35769336935}" dt="2026-10-07T06:55:30.302" v="6760" actId="478"/>
        <pc:sldMkLst>
          <pc:docMk/>
          <pc:sldMk cId="0" sldId="259"/>
        </pc:sldMkLst>
        <pc:spChg chg="mod">
          <ac:chgData name="Mirco Negri" userId="7aa542377b06ace9" providerId="LiveId" clId="{E3728D01-3FAD-4EC0-BD3B-C35769336935}" dt="2026-10-02T17:23:56.931" v="5717" actId="1038"/>
          <ac:spMkLst>
            <pc:docMk/>
            <pc:sldMk cId="0" sldId="259"/>
            <ac:spMk id="5" creationId="{00000000-0000-0000-0000-000000000000}"/>
          </ac:spMkLst>
        </pc:spChg>
        <pc:spChg chg="mod">
          <ac:chgData name="Mirco Negri" userId="7aa542377b06ace9" providerId="LiveId" clId="{E3728D01-3FAD-4EC0-BD3B-C35769336935}" dt="2026-10-02T17:23:56.931" v="5717" actId="103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Mirco Negri" userId="7aa542377b06ace9" providerId="LiveId" clId="{E3728D01-3FAD-4EC0-BD3B-C35769336935}" dt="2026-10-02T17:23:56.931" v="5717" actId="1038"/>
          <ac:spMkLst>
            <pc:docMk/>
            <pc:sldMk cId="0" sldId="259"/>
            <ac:spMk id="13" creationId="{C4AB0914-96E4-E5DF-1C38-45C210CB950F}"/>
          </ac:spMkLst>
        </pc:spChg>
        <pc:spChg chg="add mod">
          <ac:chgData name="Mirco Negri" userId="7aa542377b06ace9" providerId="LiveId" clId="{E3728D01-3FAD-4EC0-BD3B-C35769336935}" dt="2026-10-02T17:23:56.931" v="5717" actId="1038"/>
          <ac:spMkLst>
            <pc:docMk/>
            <pc:sldMk cId="0" sldId="259"/>
            <ac:spMk id="49" creationId="{FA2B4A43-C7EA-D8AA-7B5D-A015C19709D6}"/>
          </ac:spMkLst>
        </pc:spChg>
        <pc:spChg chg="add mod">
          <ac:chgData name="Mirco Negri" userId="7aa542377b06ace9" providerId="LiveId" clId="{E3728D01-3FAD-4EC0-BD3B-C35769336935}" dt="2026-09-30T09:57:40.949" v="4131" actId="1036"/>
          <ac:spMkLst>
            <pc:docMk/>
            <pc:sldMk cId="0" sldId="259"/>
            <ac:spMk id="66" creationId="{B8E0303D-250A-EDCE-7435-AFF84E36D731}"/>
          </ac:spMkLst>
        </pc:spChg>
        <pc:graphicFrameChg chg="add mod modGraphic">
          <ac:chgData name="Mirco Negri" userId="7aa542377b06ace9" providerId="LiveId" clId="{E3728D01-3FAD-4EC0-BD3B-C35769336935}" dt="2026-10-02T17:27:50.499" v="5724" actId="113"/>
          <ac:graphicFrameMkLst>
            <pc:docMk/>
            <pc:sldMk cId="0" sldId="259"/>
            <ac:graphicFrameMk id="58" creationId="{F025F636-C4A6-0D69-A532-7727DE96756B}"/>
          </ac:graphicFrameMkLst>
        </pc:graphicFrameChg>
        <pc:graphicFrameChg chg="add mod modGraphic">
          <ac:chgData name="Mirco Negri" userId="7aa542377b06ace9" providerId="LiveId" clId="{E3728D01-3FAD-4EC0-BD3B-C35769336935}" dt="2026-10-02T17:21:58.390" v="5652" actId="1036"/>
          <ac:graphicFrameMkLst>
            <pc:docMk/>
            <pc:sldMk cId="0" sldId="259"/>
            <ac:graphicFrameMk id="67" creationId="{18634CCC-C913-A72E-9714-5951D607FF53}"/>
          </ac:graphicFrameMkLst>
        </pc:graphicFrameChg>
        <pc:picChg chg="add del">
          <ac:chgData name="Mirco Negri" userId="7aa542377b06ace9" providerId="LiveId" clId="{E3728D01-3FAD-4EC0-BD3B-C35769336935}" dt="2026-10-07T06:55:30.302" v="6760" actId="478"/>
          <ac:picMkLst>
            <pc:docMk/>
            <pc:sldMk cId="0" sldId="259"/>
            <ac:picMk id="4" creationId="{1918E53C-126A-D5D5-3AB4-CF95489AAA78}"/>
          </ac:picMkLst>
        </pc:picChg>
        <pc:picChg chg="add mod ord">
          <ac:chgData name="Mirco Negri" userId="7aa542377b06ace9" providerId="LiveId" clId="{E3728D01-3FAD-4EC0-BD3B-C35769336935}" dt="2026-10-02T17:17:28.464" v="5432" actId="167"/>
          <ac:picMkLst>
            <pc:docMk/>
            <pc:sldMk cId="0" sldId="259"/>
            <ac:picMk id="12" creationId="{5E8F40CA-1C6C-A51A-D3EA-290B54AB4346}"/>
          </ac:picMkLst>
        </pc:picChg>
        <pc:picChg chg="add mod ord modCrop">
          <ac:chgData name="Mirco Negri" userId="7aa542377b06ace9" providerId="LiveId" clId="{E3728D01-3FAD-4EC0-BD3B-C35769336935}" dt="2026-10-02T17:21:42.921" v="5646" actId="732"/>
          <ac:picMkLst>
            <pc:docMk/>
            <pc:sldMk cId="0" sldId="259"/>
            <ac:picMk id="64" creationId="{C9AE9BF3-C4B0-8BC6-FA82-A7C5DA1AFCD4}"/>
          </ac:picMkLst>
        </pc:picChg>
      </pc:sldChg>
      <pc:sldChg chg="addSp delSp modSp mod addAnim delAnim modAnim">
        <pc:chgData name="Mirco Negri" userId="7aa542377b06ace9" providerId="LiveId" clId="{E3728D01-3FAD-4EC0-BD3B-C35769336935}" dt="2026-10-07T06:55:23.381" v="6758" actId="478"/>
        <pc:sldMkLst>
          <pc:docMk/>
          <pc:sldMk cId="0" sldId="261"/>
        </pc:sldMkLst>
        <pc:spChg chg="mod ord">
          <ac:chgData name="Mirco Negri" userId="7aa542377b06ace9" providerId="LiveId" clId="{E3728D01-3FAD-4EC0-BD3B-C35769336935}" dt="2026-10-07T06:51:31.211" v="6752" actId="20577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irco Negri" userId="7aa542377b06ace9" providerId="LiveId" clId="{E3728D01-3FAD-4EC0-BD3B-C35769336935}" dt="2026-10-07T06:35:13.988" v="6397" actId="478"/>
          <ac:spMkLst>
            <pc:docMk/>
            <pc:sldMk cId="0" sldId="261"/>
            <ac:spMk id="5" creationId="{7F6978C9-DE4A-874A-3C2E-1A34F106D5EA}"/>
          </ac:spMkLst>
        </pc:spChg>
        <pc:spChg chg="add mod ord">
          <ac:chgData name="Mirco Negri" userId="7aa542377b06ace9" providerId="LiveId" clId="{E3728D01-3FAD-4EC0-BD3B-C35769336935}" dt="2026-10-07T06:39:51.333" v="6498" actId="166"/>
          <ac:spMkLst>
            <pc:docMk/>
            <pc:sldMk cId="0" sldId="261"/>
            <ac:spMk id="55" creationId="{9277A582-1D54-B446-6302-84AC899DF268}"/>
          </ac:spMkLst>
        </pc:spChg>
        <pc:graphicFrameChg chg="add mod ord modGraphic">
          <ac:chgData name="Mirco Negri" userId="7aa542377b06ace9" providerId="LiveId" clId="{E3728D01-3FAD-4EC0-BD3B-C35769336935}" dt="2026-10-07T06:36:22.284" v="6465" actId="1037"/>
          <ac:graphicFrameMkLst>
            <pc:docMk/>
            <pc:sldMk cId="0" sldId="261"/>
            <ac:graphicFrameMk id="53" creationId="{AA5FD6D9-3FAB-CB5B-F163-828DCFC8B697}"/>
          </ac:graphicFrameMkLst>
        </pc:graphicFrameChg>
        <pc:picChg chg="add del">
          <ac:chgData name="Mirco Negri" userId="7aa542377b06ace9" providerId="LiveId" clId="{E3728D01-3FAD-4EC0-BD3B-C35769336935}" dt="2026-10-07T06:35:30.616" v="6398" actId="21"/>
          <ac:picMkLst>
            <pc:docMk/>
            <pc:sldMk cId="0" sldId="261"/>
            <ac:picMk id="7" creationId="{010ADF7F-CAAE-BC92-1820-A014B8105909}"/>
          </ac:picMkLst>
        </pc:picChg>
        <pc:picChg chg="add del">
          <ac:chgData name="Mirco Negri" userId="7aa542377b06ace9" providerId="LiveId" clId="{E3728D01-3FAD-4EC0-BD3B-C35769336935}" dt="2026-10-07T06:36:53.456" v="6485" actId="21"/>
          <ac:picMkLst>
            <pc:docMk/>
            <pc:sldMk cId="0" sldId="261"/>
            <ac:picMk id="9" creationId="{DF8F50B5-D355-F280-B95B-ADDB067DB770}"/>
          </ac:picMkLst>
        </pc:picChg>
        <pc:picChg chg="add del ord">
          <ac:chgData name="Mirco Negri" userId="7aa542377b06ace9" providerId="LiveId" clId="{E3728D01-3FAD-4EC0-BD3B-C35769336935}" dt="2026-10-07T06:39:45.326" v="6497" actId="21"/>
          <ac:picMkLst>
            <pc:docMk/>
            <pc:sldMk cId="0" sldId="261"/>
            <ac:picMk id="11" creationId="{1A528458-2FE5-EFCA-E73F-93FA29D52832}"/>
          </ac:picMkLst>
        </pc:picChg>
        <pc:picChg chg="add del ord">
          <ac:chgData name="Mirco Negri" userId="7aa542377b06ace9" providerId="LiveId" clId="{E3728D01-3FAD-4EC0-BD3B-C35769336935}" dt="2026-10-07T06:40:05.271" v="6501" actId="21"/>
          <ac:picMkLst>
            <pc:docMk/>
            <pc:sldMk cId="0" sldId="261"/>
            <ac:picMk id="13" creationId="{DDC43208-6ED4-2BA1-0024-E8ED68A0EB36}"/>
          </ac:picMkLst>
        </pc:picChg>
        <pc:picChg chg="add del ord">
          <ac:chgData name="Mirco Negri" userId="7aa542377b06ace9" providerId="LiveId" clId="{E3728D01-3FAD-4EC0-BD3B-C35769336935}" dt="2026-10-07T06:51:28.407" v="6751" actId="21"/>
          <ac:picMkLst>
            <pc:docMk/>
            <pc:sldMk cId="0" sldId="261"/>
            <ac:picMk id="15" creationId="{68328207-2056-08AD-DC0A-2B05EAF8E40F}"/>
          </ac:picMkLst>
        </pc:picChg>
        <pc:picChg chg="add del">
          <ac:chgData name="Mirco Negri" userId="7aa542377b06ace9" providerId="LiveId" clId="{E3728D01-3FAD-4EC0-BD3B-C35769336935}" dt="2026-10-07T06:55:23.381" v="6758" actId="478"/>
          <ac:picMkLst>
            <pc:docMk/>
            <pc:sldMk cId="0" sldId="261"/>
            <ac:picMk id="17" creationId="{47DE48A4-E5AE-6825-644F-52C49AD7C931}"/>
          </ac:picMkLst>
        </pc:picChg>
        <pc:picChg chg="add ord">
          <ac:chgData name="Mirco Negri" userId="7aa542377b06ace9" providerId="LiveId" clId="{E3728D01-3FAD-4EC0-BD3B-C35769336935}" dt="2026-10-07T06:51:43.043" v="6755" actId="171"/>
          <ac:picMkLst>
            <pc:docMk/>
            <pc:sldMk cId="0" sldId="261"/>
            <ac:picMk id="19" creationId="{C743B268-8F18-FEBE-2C4D-4658901A305B}"/>
          </ac:picMkLst>
        </pc:picChg>
        <pc:picChg chg="add mod">
          <ac:chgData name="Mirco Negri" userId="7aa542377b06ace9" providerId="LiveId" clId="{E3728D01-3FAD-4EC0-BD3B-C35769336935}" dt="2026-09-30T09:17:40.953" v="1387" actId="1035"/>
          <ac:picMkLst>
            <pc:docMk/>
            <pc:sldMk cId="0" sldId="261"/>
            <ac:picMk id="57" creationId="{7FBD0872-34D9-390F-B06E-2165818D25A3}"/>
          </ac:picMkLst>
        </pc:picChg>
        <pc:picChg chg="add mod">
          <ac:chgData name="Mirco Negri" userId="7aa542377b06ace9" providerId="LiveId" clId="{E3728D01-3FAD-4EC0-BD3B-C35769336935}" dt="2026-09-30T09:17:29.964" v="1381" actId="1035"/>
          <ac:picMkLst>
            <pc:docMk/>
            <pc:sldMk cId="0" sldId="261"/>
            <ac:picMk id="59" creationId="{AC613992-CD36-D519-EB2A-40ABEB32D74A}"/>
          </ac:picMkLst>
        </pc:picChg>
        <pc:picChg chg="add mod">
          <ac:chgData name="Mirco Negri" userId="7aa542377b06ace9" providerId="LiveId" clId="{E3728D01-3FAD-4EC0-BD3B-C35769336935}" dt="2026-09-30T09:17:32.390" v="1383" actId="1036"/>
          <ac:picMkLst>
            <pc:docMk/>
            <pc:sldMk cId="0" sldId="261"/>
            <ac:picMk id="61" creationId="{676027A6-2C74-6E91-DFCA-6F71C65A749E}"/>
          </ac:picMkLst>
        </pc:picChg>
        <pc:picChg chg="add del mod ord modCrop">
          <ac:chgData name="Mirco Negri" userId="7aa542377b06ace9" providerId="LiveId" clId="{E3728D01-3FAD-4EC0-BD3B-C35769336935}" dt="2026-10-07T06:34:32.386" v="6390" actId="21"/>
          <ac:picMkLst>
            <pc:docMk/>
            <pc:sldMk cId="0" sldId="261"/>
            <ac:picMk id="63" creationId="{4E7FB8B0-F513-3168-475B-6C37C8206822}"/>
          </ac:picMkLst>
        </pc:picChg>
        <pc:picChg chg="add mod">
          <ac:chgData name="Mirco Negri" userId="7aa542377b06ace9" providerId="LiveId" clId="{E3728D01-3FAD-4EC0-BD3B-C35769336935}" dt="2026-09-30T09:56:24.894" v="3912" actId="1036"/>
          <ac:picMkLst>
            <pc:docMk/>
            <pc:sldMk cId="0" sldId="261"/>
            <ac:picMk id="69" creationId="{6044B2E6-974D-1F65-4EC2-5A37968F7EF2}"/>
          </ac:picMkLst>
        </pc:picChg>
      </pc:sldChg>
      <pc:sldChg chg="addSp delSp modSp mod">
        <pc:chgData name="Mirco Negri" userId="7aa542377b06ace9" providerId="LiveId" clId="{E3728D01-3FAD-4EC0-BD3B-C35769336935}" dt="2026-10-07T06:55:33.339" v="6761" actId="478"/>
        <pc:sldMkLst>
          <pc:docMk/>
          <pc:sldMk cId="0" sldId="265"/>
        </pc:sldMkLst>
        <pc:spChg chg="mod">
          <ac:chgData name="Mirco Negri" userId="7aa542377b06ace9" providerId="LiveId" clId="{E3728D01-3FAD-4EC0-BD3B-C35769336935}" dt="2026-09-30T20:18:20.492" v="5098" actId="1076"/>
          <ac:spMkLst>
            <pc:docMk/>
            <pc:sldMk cId="0" sldId="265"/>
            <ac:spMk id="2" creationId="{00000000-0000-0000-0000-000000000000}"/>
          </ac:spMkLst>
        </pc:spChg>
        <pc:picChg chg="add mod ord modCrop">
          <ac:chgData name="Mirco Negri" userId="7aa542377b06ace9" providerId="LiveId" clId="{E3728D01-3FAD-4EC0-BD3B-C35769336935}" dt="2026-10-02T17:32:10.115" v="6385" actId="1036"/>
          <ac:picMkLst>
            <pc:docMk/>
            <pc:sldMk cId="0" sldId="265"/>
            <ac:picMk id="4" creationId="{40B594C0-DDDC-ED8B-C0B8-1480BA1CFDAB}"/>
          </ac:picMkLst>
        </pc:picChg>
        <pc:picChg chg="add del">
          <ac:chgData name="Mirco Negri" userId="7aa542377b06ace9" providerId="LiveId" clId="{E3728D01-3FAD-4EC0-BD3B-C35769336935}" dt="2026-10-07T06:55:33.339" v="6761" actId="478"/>
          <ac:picMkLst>
            <pc:docMk/>
            <pc:sldMk cId="0" sldId="265"/>
            <ac:picMk id="5" creationId="{109977D5-2D0F-7142-D1D9-6C326EB6206D}"/>
          </ac:picMkLst>
        </pc:picChg>
      </pc:sldChg>
      <pc:sldChg chg="addSp delSp modSp add mod ord">
        <pc:chgData name="Mirco Negri" userId="7aa542377b06ace9" providerId="LiveId" clId="{E3728D01-3FAD-4EC0-BD3B-C35769336935}" dt="2026-10-07T06:49:36.783" v="6738" actId="1036"/>
        <pc:sldMkLst>
          <pc:docMk/>
          <pc:sldMk cId="2485810062" sldId="266"/>
        </pc:sldMkLst>
        <pc:spChg chg="mod">
          <ac:chgData name="Mirco Negri" userId="7aa542377b06ace9" providerId="LiveId" clId="{E3728D01-3FAD-4EC0-BD3B-C35769336935}" dt="2026-09-30T09:41:54.010" v="2882" actId="1035"/>
          <ac:spMkLst>
            <pc:docMk/>
            <pc:sldMk cId="2485810062" sldId="266"/>
            <ac:spMk id="2" creationId="{649C1CDB-3233-AD85-9C8C-20B1F5FDD2B3}"/>
          </ac:spMkLst>
        </pc:spChg>
        <pc:spChg chg="mod">
          <ac:chgData name="Mirco Negri" userId="7aa542377b06ace9" providerId="LiveId" clId="{E3728D01-3FAD-4EC0-BD3B-C35769336935}" dt="2026-09-30T09:42:09.030" v="3039" actId="1036"/>
          <ac:spMkLst>
            <pc:docMk/>
            <pc:sldMk cId="2485810062" sldId="266"/>
            <ac:spMk id="13" creationId="{DA56CDD5-0719-F1FA-512A-27487A52FB7B}"/>
          </ac:spMkLst>
        </pc:spChg>
        <pc:spChg chg="mod">
          <ac:chgData name="Mirco Negri" userId="7aa542377b06ace9" providerId="LiveId" clId="{E3728D01-3FAD-4EC0-BD3B-C35769336935}" dt="2026-09-30T09:42:09.030" v="3039" actId="1036"/>
          <ac:spMkLst>
            <pc:docMk/>
            <pc:sldMk cId="2485810062" sldId="266"/>
            <ac:spMk id="22" creationId="{CFFF869F-5212-8978-EA05-88F68A69E931}"/>
          </ac:spMkLst>
        </pc:spChg>
        <pc:spChg chg="mod">
          <ac:chgData name="Mirco Negri" userId="7aa542377b06ace9" providerId="LiveId" clId="{E3728D01-3FAD-4EC0-BD3B-C35769336935}" dt="2026-09-30T09:42:13.780" v="3049" actId="1038"/>
          <ac:spMkLst>
            <pc:docMk/>
            <pc:sldMk cId="2485810062" sldId="266"/>
            <ac:spMk id="24" creationId="{64DF3059-F25E-65B2-3EDC-0A0CAECE6D24}"/>
          </ac:spMkLst>
        </pc:spChg>
        <pc:picChg chg="add del">
          <ac:chgData name="Mirco Negri" userId="7aa542377b06ace9" providerId="LiveId" clId="{E3728D01-3FAD-4EC0-BD3B-C35769336935}" dt="2026-10-07T06:47:01.656" v="6634" actId="478"/>
          <ac:picMkLst>
            <pc:docMk/>
            <pc:sldMk cId="2485810062" sldId="266"/>
            <ac:picMk id="5" creationId="{337AE5F1-7CD0-435B-E6EE-CE0498C4C16D}"/>
          </ac:picMkLst>
        </pc:picChg>
        <pc:picChg chg="add mod">
          <ac:chgData name="Mirco Negri" userId="7aa542377b06ace9" providerId="LiveId" clId="{E3728D01-3FAD-4EC0-BD3B-C35769336935}" dt="2026-10-07T06:49:36.783" v="6738" actId="1036"/>
          <ac:picMkLst>
            <pc:docMk/>
            <pc:sldMk cId="2485810062" sldId="266"/>
            <ac:picMk id="7" creationId="{A041DD50-85FB-CBEA-1231-E5027370E42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E31FB-0099-4C4E-A10D-58BF89504380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2DCDEEDD-6A21-42C2-AC84-F34A1C94A119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it-IT" dirty="0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Molti Edifici</a:t>
          </a:r>
        </a:p>
      </dgm:t>
    </dgm:pt>
    <dgm:pt modelId="{AD26C5E4-BE04-46A5-BC49-CBC897D2FC7A}" type="parTrans" cxnId="{2054CD77-C181-4497-BB45-4D4CCC15A13A}">
      <dgm:prSet/>
      <dgm:spPr/>
      <dgm:t>
        <a:bodyPr/>
        <a:lstStyle/>
        <a:p>
          <a:endParaRPr lang="it-IT"/>
        </a:p>
      </dgm:t>
    </dgm:pt>
    <dgm:pt modelId="{66B15239-C3E6-4211-9471-8815F0DF2909}" type="sibTrans" cxnId="{2054CD77-C181-4497-BB45-4D4CCC15A13A}">
      <dgm:prSet/>
      <dgm:spPr/>
      <dgm:t>
        <a:bodyPr/>
        <a:lstStyle/>
        <a:p>
          <a:endParaRPr lang="it-IT"/>
        </a:p>
      </dgm:t>
    </dgm:pt>
    <dgm:pt modelId="{4DEAFB40-EC9B-4F62-AD99-3C42BD9E1075}">
      <dgm:prSet phldrT="Description" phldr="0"/>
      <dgm:spPr/>
      <dgm:t>
        <a:bodyPr/>
        <a:lstStyle/>
        <a:p>
          <a:r>
            <a:rPr lang="it-IT"/>
            <a:t> </a:t>
          </a:r>
        </a:p>
      </dgm:t>
    </dgm:pt>
    <dgm:pt modelId="{AA08F67B-AF1F-4778-B098-11FEC5C31236}" type="parTrans" cxnId="{8CC7F5F0-CE0B-4D86-80D0-4593353D981F}">
      <dgm:prSet/>
      <dgm:spPr/>
      <dgm:t>
        <a:bodyPr/>
        <a:lstStyle/>
        <a:p>
          <a:endParaRPr lang="it-IT"/>
        </a:p>
      </dgm:t>
    </dgm:pt>
    <dgm:pt modelId="{34654663-A5D6-45F1-8A78-4F6A1BE3487E}" type="sibTrans" cxnId="{8CC7F5F0-CE0B-4D86-80D0-4593353D981F}">
      <dgm:prSet/>
      <dgm:spPr/>
      <dgm:t>
        <a:bodyPr/>
        <a:lstStyle/>
        <a:p>
          <a:endParaRPr lang="it-IT"/>
        </a:p>
      </dgm:t>
    </dgm:pt>
    <dgm:pt modelId="{6EEABF84-44CD-40FB-80A2-E7DA553C424B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it-IT" dirty="0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Molti Interventi</a:t>
          </a:r>
        </a:p>
      </dgm:t>
    </dgm:pt>
    <dgm:pt modelId="{7C9250AB-8011-4A46-A419-DE73D55A7BE2}" type="parTrans" cxnId="{152D9922-63F6-49B3-8FA5-38D48A686932}">
      <dgm:prSet/>
      <dgm:spPr/>
      <dgm:t>
        <a:bodyPr/>
        <a:lstStyle/>
        <a:p>
          <a:endParaRPr lang="it-IT"/>
        </a:p>
      </dgm:t>
    </dgm:pt>
    <dgm:pt modelId="{207B7A2D-6AA8-4919-A6C7-4197F6417BFE}" type="sibTrans" cxnId="{152D9922-63F6-49B3-8FA5-38D48A686932}">
      <dgm:prSet/>
      <dgm:spPr/>
      <dgm:t>
        <a:bodyPr/>
        <a:lstStyle/>
        <a:p>
          <a:endParaRPr lang="it-IT"/>
        </a:p>
      </dgm:t>
    </dgm:pt>
    <dgm:pt modelId="{428B7273-1DD0-4B13-ADA4-E53289C24A4B}">
      <dgm:prSet phldrT="Description" phldr="0"/>
      <dgm:spPr/>
      <dgm:t>
        <a:bodyPr/>
        <a:lstStyle/>
        <a:p>
          <a:r>
            <a:rPr lang="it-IT"/>
            <a:t> </a:t>
          </a:r>
        </a:p>
      </dgm:t>
    </dgm:pt>
    <dgm:pt modelId="{2BE14823-6BDE-442E-A392-3013FC6B2EEB}" type="parTrans" cxnId="{79C6790A-C401-4DD4-A902-30B96873A92C}">
      <dgm:prSet/>
      <dgm:spPr/>
      <dgm:t>
        <a:bodyPr/>
        <a:lstStyle/>
        <a:p>
          <a:endParaRPr lang="it-IT"/>
        </a:p>
      </dgm:t>
    </dgm:pt>
    <dgm:pt modelId="{8CC4C080-5304-45F1-ABEF-193CCF970BE8}" type="sibTrans" cxnId="{79C6790A-C401-4DD4-A902-30B96873A92C}">
      <dgm:prSet/>
      <dgm:spPr/>
      <dgm:t>
        <a:bodyPr/>
        <a:lstStyle/>
        <a:p>
          <a:endParaRPr lang="it-IT"/>
        </a:p>
      </dgm:t>
    </dgm:pt>
    <dgm:pt modelId="{87600BE8-2C97-40AA-81B2-74ECB3470E7F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it-IT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Budget limitato</a:t>
          </a:r>
        </a:p>
      </dgm:t>
    </dgm:pt>
    <dgm:pt modelId="{873416AC-26F4-4EF4-8B95-91C17AC61AC1}" type="parTrans" cxnId="{48CAF0A3-D03E-4D2B-95C2-A3B6935C36A3}">
      <dgm:prSet/>
      <dgm:spPr/>
      <dgm:t>
        <a:bodyPr/>
        <a:lstStyle/>
        <a:p>
          <a:endParaRPr lang="it-IT"/>
        </a:p>
      </dgm:t>
    </dgm:pt>
    <dgm:pt modelId="{F9AEED98-3BFD-47BC-AABB-BE68A4392750}" type="sibTrans" cxnId="{48CAF0A3-D03E-4D2B-95C2-A3B6935C36A3}">
      <dgm:prSet/>
      <dgm:spPr/>
      <dgm:t>
        <a:bodyPr/>
        <a:lstStyle/>
        <a:p>
          <a:endParaRPr lang="it-IT"/>
        </a:p>
      </dgm:t>
    </dgm:pt>
    <dgm:pt modelId="{4F361CA9-B4F0-480B-81FB-E2626352BDC2}">
      <dgm:prSet phldrT="Description" phldr="0"/>
      <dgm:spPr/>
      <dgm:t>
        <a:bodyPr/>
        <a:lstStyle/>
        <a:p>
          <a:r>
            <a:rPr lang="it-IT"/>
            <a:t>  </a:t>
          </a:r>
        </a:p>
      </dgm:t>
    </dgm:pt>
    <dgm:pt modelId="{9F4A3D80-2DF1-4F8A-ADCE-6C70D1BC083D}" type="parTrans" cxnId="{8ED9AF6B-8574-4747-894A-0C5443FE20F6}">
      <dgm:prSet/>
      <dgm:spPr/>
      <dgm:t>
        <a:bodyPr/>
        <a:lstStyle/>
        <a:p>
          <a:endParaRPr lang="it-IT"/>
        </a:p>
      </dgm:t>
    </dgm:pt>
    <dgm:pt modelId="{AF6787F8-EDCE-4542-9222-AE4B6759E64F}" type="sibTrans" cxnId="{8ED9AF6B-8574-4747-894A-0C5443FE20F6}">
      <dgm:prSet/>
      <dgm:spPr/>
      <dgm:t>
        <a:bodyPr/>
        <a:lstStyle/>
        <a:p>
          <a:endParaRPr lang="it-IT"/>
        </a:p>
      </dgm:t>
    </dgm:pt>
    <dgm:pt modelId="{18775FD7-4634-4795-8812-D409363E7D04}" type="pres">
      <dgm:prSet presAssocID="{A4CE31FB-0099-4C4E-A10D-58BF89504380}" presName="root" presStyleCnt="0">
        <dgm:presLayoutVars>
          <dgm:dir/>
          <dgm:resizeHandles val="exact"/>
        </dgm:presLayoutVars>
      </dgm:prSet>
      <dgm:spPr/>
    </dgm:pt>
    <dgm:pt modelId="{77C66DE0-C1D8-4567-804D-311848F67746}" type="pres">
      <dgm:prSet presAssocID="{A4CE31FB-0099-4C4E-A10D-58BF89504380}" presName="connLine" presStyleLbl="dkBgShp" presStyleIdx="0" presStyleCnt="1"/>
      <dgm:spPr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79000">
              <a:schemeClr val="accent6">
                <a:lumMod val="100000"/>
              </a:schemeClr>
            </a:gs>
          </a:gsLst>
          <a:lin ang="0" scaled="1"/>
          <a:tileRect/>
        </a:gradFill>
        <a:ln>
          <a:noFill/>
        </a:ln>
        <a:effectLst/>
      </dgm:spPr>
    </dgm:pt>
    <dgm:pt modelId="{077BBC79-4E10-4E4E-B6A3-D4423AE49788}" type="pres">
      <dgm:prSet presAssocID="{A4CE31FB-0099-4C4E-A10D-58BF89504380}" presName="itemsFlow" presStyleCnt="0"/>
      <dgm:spPr/>
    </dgm:pt>
    <dgm:pt modelId="{05C75421-BD5A-4E92-A112-F54B27B7F7CC}" type="pres">
      <dgm:prSet presAssocID="{2DCDEEDD-6A21-42C2-AC84-F34A1C94A119}" presName="item" presStyleCnt="0"/>
      <dgm:spPr/>
    </dgm:pt>
    <dgm:pt modelId="{24BE05E2-5794-4A0A-94CA-C397596CC02B}" type="pres">
      <dgm:prSet presAssocID="{2DCDEEDD-6A21-42C2-AC84-F34A1C94A119}" presName="anchor" presStyleCnt="0"/>
      <dgm:spPr/>
    </dgm:pt>
    <dgm:pt modelId="{A4B349B4-B402-4D6A-940E-A653F5C353D5}" type="pres">
      <dgm:prSet presAssocID="{2DCDEEDD-6A21-42C2-AC84-F34A1C94A119}" presName="titleText" presStyleLbl="revTx" presStyleIdx="0" presStyleCnt="0" custLinFactNeighborY="-17729">
        <dgm:presLayoutVars>
          <dgm:chMax val="0"/>
          <dgm:chPref val="0"/>
        </dgm:presLayoutVars>
      </dgm:prSet>
      <dgm:spPr/>
    </dgm:pt>
    <dgm:pt modelId="{5048D07B-EF52-480A-9175-6C91B1B13635}" type="pres">
      <dgm:prSet presAssocID="{2DCDEEDD-6A21-42C2-AC84-F34A1C94A119}" presName="dot" presStyleLbl="node1" presStyleIdx="0" presStyleCnt="3"/>
      <dgm:spPr>
        <a:solidFill>
          <a:srgbClr val="FFC000"/>
        </a:solidFill>
      </dgm:spPr>
    </dgm:pt>
    <dgm:pt modelId="{43E53212-8DE0-43A7-A64E-ADF619C88478}" type="pres">
      <dgm:prSet presAssocID="{2DCDEEDD-6A21-42C2-AC84-F34A1C94A119}" presName="descText" presStyleLbl="revTx" presStyleIdx="0" presStyleCnt="0">
        <dgm:presLayoutVars>
          <dgm:chMax val="0"/>
          <dgm:chPref val="0"/>
        </dgm:presLayoutVars>
      </dgm:prSet>
      <dgm:spPr/>
    </dgm:pt>
    <dgm:pt modelId="{1188EFCA-0E8D-431E-8421-64975670F286}" type="pres">
      <dgm:prSet presAssocID="{66B15239-C3E6-4211-9471-8815F0DF2909}" presName="spacer" presStyleCnt="0"/>
      <dgm:spPr/>
    </dgm:pt>
    <dgm:pt modelId="{4300986F-75D5-446A-80AC-8432B5E4EA7B}" type="pres">
      <dgm:prSet presAssocID="{6EEABF84-44CD-40FB-80A2-E7DA553C424B}" presName="item" presStyleCnt="0"/>
      <dgm:spPr/>
    </dgm:pt>
    <dgm:pt modelId="{A727D9B6-BEE7-4040-9141-8E83AAD8DD90}" type="pres">
      <dgm:prSet presAssocID="{6EEABF84-44CD-40FB-80A2-E7DA553C424B}" presName="anchor" presStyleCnt="0"/>
      <dgm:spPr/>
    </dgm:pt>
    <dgm:pt modelId="{75D81758-4B93-446F-8574-FF701E9BC659}" type="pres">
      <dgm:prSet presAssocID="{6EEABF84-44CD-40FB-80A2-E7DA553C424B}" presName="titleText" presStyleLbl="revTx" presStyleIdx="0" presStyleCnt="0" custLinFactNeighborY="-17729">
        <dgm:presLayoutVars>
          <dgm:chMax val="0"/>
          <dgm:chPref val="0"/>
        </dgm:presLayoutVars>
      </dgm:prSet>
      <dgm:spPr/>
    </dgm:pt>
    <dgm:pt modelId="{7B5D787B-20F3-4D55-88E1-C95DAF70F73A}" type="pres">
      <dgm:prSet presAssocID="{6EEABF84-44CD-40FB-80A2-E7DA553C424B}" presName="dot" presStyleLbl="node1" presStyleIdx="1" presStyleCnt="3"/>
      <dgm:spPr>
        <a:solidFill>
          <a:srgbClr val="FFC000"/>
        </a:solidFill>
      </dgm:spPr>
    </dgm:pt>
    <dgm:pt modelId="{7B5AE6DB-BB58-4002-A84A-CFE9A1A0536D}" type="pres">
      <dgm:prSet presAssocID="{6EEABF84-44CD-40FB-80A2-E7DA553C424B}" presName="descText" presStyleLbl="revTx" presStyleIdx="0" presStyleCnt="0">
        <dgm:presLayoutVars>
          <dgm:chMax val="0"/>
          <dgm:chPref val="0"/>
        </dgm:presLayoutVars>
      </dgm:prSet>
      <dgm:spPr/>
    </dgm:pt>
    <dgm:pt modelId="{6EE149E0-F373-4044-9CCA-FE1C95E5A1E1}" type="pres">
      <dgm:prSet presAssocID="{207B7A2D-6AA8-4919-A6C7-4197F6417BFE}" presName="spacer" presStyleCnt="0"/>
      <dgm:spPr/>
    </dgm:pt>
    <dgm:pt modelId="{3108D9CD-9AC6-4811-BBAF-E54E7B16F4C7}" type="pres">
      <dgm:prSet presAssocID="{87600BE8-2C97-40AA-81B2-74ECB3470E7F}" presName="item" presStyleCnt="0"/>
      <dgm:spPr/>
    </dgm:pt>
    <dgm:pt modelId="{A0C032A9-F3DD-436E-99FF-8296F1A2A1C1}" type="pres">
      <dgm:prSet presAssocID="{87600BE8-2C97-40AA-81B2-74ECB3470E7F}" presName="anchor" presStyleCnt="0"/>
      <dgm:spPr/>
    </dgm:pt>
    <dgm:pt modelId="{E6695489-BBD2-408E-9AFA-E453DAD68A39}" type="pres">
      <dgm:prSet presAssocID="{87600BE8-2C97-40AA-81B2-74ECB3470E7F}" presName="titleText" presStyleLbl="revTx" presStyleIdx="0" presStyleCnt="0" custLinFactNeighborY="-17729">
        <dgm:presLayoutVars>
          <dgm:chMax val="0"/>
          <dgm:chPref val="0"/>
        </dgm:presLayoutVars>
      </dgm:prSet>
      <dgm:spPr/>
    </dgm:pt>
    <dgm:pt modelId="{759A4811-CCC2-430E-9992-35126F307EE7}" type="pres">
      <dgm:prSet presAssocID="{87600BE8-2C97-40AA-81B2-74ECB3470E7F}" presName="dot" presStyleLbl="node1" presStyleIdx="2" presStyleCnt="3"/>
      <dgm:spPr>
        <a:solidFill>
          <a:srgbClr val="FFC000"/>
        </a:solidFill>
      </dgm:spPr>
    </dgm:pt>
    <dgm:pt modelId="{78576BD6-5EA3-47B6-B6ED-964368ECD32F}" type="pres">
      <dgm:prSet presAssocID="{87600BE8-2C97-40AA-81B2-74ECB3470E7F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79C6790A-C401-4DD4-A902-30B96873A92C}" srcId="{6EEABF84-44CD-40FB-80A2-E7DA553C424B}" destId="{428B7273-1DD0-4B13-ADA4-E53289C24A4B}" srcOrd="0" destOrd="0" parTransId="{2BE14823-6BDE-442E-A392-3013FC6B2EEB}" sibTransId="{8CC4C080-5304-45F1-ABEF-193CCF970BE8}"/>
    <dgm:cxn modelId="{7EDD8D21-78F6-4BFB-BDF3-FB1C14F4E52C}" type="presOf" srcId="{4F361CA9-B4F0-480B-81FB-E2626352BDC2}" destId="{78576BD6-5EA3-47B6-B6ED-964368ECD32F}" srcOrd="0" destOrd="0" presId="urn:microsoft.com/office/officeart/2026/layout/SmallDotsHorizontal"/>
    <dgm:cxn modelId="{152D9922-63F6-49B3-8FA5-38D48A686932}" srcId="{A4CE31FB-0099-4C4E-A10D-58BF89504380}" destId="{6EEABF84-44CD-40FB-80A2-E7DA553C424B}" srcOrd="1" destOrd="0" parTransId="{7C9250AB-8011-4A46-A419-DE73D55A7BE2}" sibTransId="{207B7A2D-6AA8-4919-A6C7-4197F6417BFE}"/>
    <dgm:cxn modelId="{7318F731-4210-4F24-9B87-52209D2E9CF0}" type="presOf" srcId="{2DCDEEDD-6A21-42C2-AC84-F34A1C94A119}" destId="{A4B349B4-B402-4D6A-940E-A653F5C353D5}" srcOrd="0" destOrd="0" presId="urn:microsoft.com/office/officeart/2026/layout/SmallDotsHorizontal"/>
    <dgm:cxn modelId="{8ED9AF6B-8574-4747-894A-0C5443FE20F6}" srcId="{87600BE8-2C97-40AA-81B2-74ECB3470E7F}" destId="{4F361CA9-B4F0-480B-81FB-E2626352BDC2}" srcOrd="0" destOrd="0" parTransId="{9F4A3D80-2DF1-4F8A-ADCE-6C70D1BC083D}" sibTransId="{AF6787F8-EDCE-4542-9222-AE4B6759E64F}"/>
    <dgm:cxn modelId="{BDE8954D-4821-417D-952A-6699734B39DA}" type="presOf" srcId="{428B7273-1DD0-4B13-ADA4-E53289C24A4B}" destId="{7B5AE6DB-BB58-4002-A84A-CFE9A1A0536D}" srcOrd="0" destOrd="0" presId="urn:microsoft.com/office/officeart/2026/layout/SmallDotsHorizontal"/>
    <dgm:cxn modelId="{C6D91650-FA92-4642-97C9-F4867E53CAF2}" type="presOf" srcId="{A4CE31FB-0099-4C4E-A10D-58BF89504380}" destId="{18775FD7-4634-4795-8812-D409363E7D04}" srcOrd="0" destOrd="0" presId="urn:microsoft.com/office/officeart/2026/layout/SmallDotsHorizontal"/>
    <dgm:cxn modelId="{95C48C74-0A65-434D-9127-D3B593EC7411}" type="presOf" srcId="{6EEABF84-44CD-40FB-80A2-E7DA553C424B}" destId="{75D81758-4B93-446F-8574-FF701E9BC659}" srcOrd="0" destOrd="0" presId="urn:microsoft.com/office/officeart/2026/layout/SmallDotsHorizontal"/>
    <dgm:cxn modelId="{2054CD77-C181-4497-BB45-4D4CCC15A13A}" srcId="{A4CE31FB-0099-4C4E-A10D-58BF89504380}" destId="{2DCDEEDD-6A21-42C2-AC84-F34A1C94A119}" srcOrd="0" destOrd="0" parTransId="{AD26C5E4-BE04-46A5-BC49-CBC897D2FC7A}" sibTransId="{66B15239-C3E6-4211-9471-8815F0DF2909}"/>
    <dgm:cxn modelId="{2E676E9C-4E47-41B9-88A3-ED5361039A39}" type="presOf" srcId="{87600BE8-2C97-40AA-81B2-74ECB3470E7F}" destId="{E6695489-BBD2-408E-9AFA-E453DAD68A39}" srcOrd="0" destOrd="0" presId="urn:microsoft.com/office/officeart/2026/layout/SmallDotsHorizontal"/>
    <dgm:cxn modelId="{48CAF0A3-D03E-4D2B-95C2-A3B6935C36A3}" srcId="{A4CE31FB-0099-4C4E-A10D-58BF89504380}" destId="{87600BE8-2C97-40AA-81B2-74ECB3470E7F}" srcOrd="2" destOrd="0" parTransId="{873416AC-26F4-4EF4-8B95-91C17AC61AC1}" sibTransId="{F9AEED98-3BFD-47BC-AABB-BE68A4392750}"/>
    <dgm:cxn modelId="{368D46CE-7A93-4A6E-BD50-ED5932D8CEF0}" type="presOf" srcId="{4DEAFB40-EC9B-4F62-AD99-3C42BD9E1075}" destId="{43E53212-8DE0-43A7-A64E-ADF619C88478}" srcOrd="0" destOrd="0" presId="urn:microsoft.com/office/officeart/2026/layout/SmallDotsHorizontal"/>
    <dgm:cxn modelId="{8CC7F5F0-CE0B-4D86-80D0-4593353D981F}" srcId="{2DCDEEDD-6A21-42C2-AC84-F34A1C94A119}" destId="{4DEAFB40-EC9B-4F62-AD99-3C42BD9E1075}" srcOrd="0" destOrd="0" parTransId="{AA08F67B-AF1F-4778-B098-11FEC5C31236}" sibTransId="{34654663-A5D6-45F1-8A78-4F6A1BE3487E}"/>
    <dgm:cxn modelId="{CB93C7E8-E92B-4B58-9CC6-CB1CCA434C03}" type="presParOf" srcId="{18775FD7-4634-4795-8812-D409363E7D04}" destId="{77C66DE0-C1D8-4567-804D-311848F67746}" srcOrd="0" destOrd="0" presId="urn:microsoft.com/office/officeart/2026/layout/SmallDotsHorizontal"/>
    <dgm:cxn modelId="{67F2F598-5CD1-4BC3-8261-57CAC1E92BFA}" type="presParOf" srcId="{18775FD7-4634-4795-8812-D409363E7D04}" destId="{077BBC79-4E10-4E4E-B6A3-D4423AE49788}" srcOrd="1" destOrd="0" presId="urn:microsoft.com/office/officeart/2026/layout/SmallDotsHorizontal"/>
    <dgm:cxn modelId="{088BCE32-7ED5-490D-A86B-7963FFEE0AD0}" type="presParOf" srcId="{077BBC79-4E10-4E4E-B6A3-D4423AE49788}" destId="{05C75421-BD5A-4E92-A112-F54B27B7F7CC}" srcOrd="0" destOrd="0" presId="urn:microsoft.com/office/officeart/2026/layout/SmallDotsHorizontal"/>
    <dgm:cxn modelId="{4B0F0CB9-C70E-4175-8840-F54937318FDE}" type="presParOf" srcId="{05C75421-BD5A-4E92-A112-F54B27B7F7CC}" destId="{24BE05E2-5794-4A0A-94CA-C397596CC02B}" srcOrd="0" destOrd="0" presId="urn:microsoft.com/office/officeart/2026/layout/SmallDotsHorizontal"/>
    <dgm:cxn modelId="{803AE39B-ED6C-4ED6-B67B-9BC76AC18937}" type="presParOf" srcId="{05C75421-BD5A-4E92-A112-F54B27B7F7CC}" destId="{A4B349B4-B402-4D6A-940E-A653F5C353D5}" srcOrd="1" destOrd="0" presId="urn:microsoft.com/office/officeart/2026/layout/SmallDotsHorizontal"/>
    <dgm:cxn modelId="{D03A843D-D13A-49D9-8EC5-70C72A49D975}" type="presParOf" srcId="{05C75421-BD5A-4E92-A112-F54B27B7F7CC}" destId="{5048D07B-EF52-480A-9175-6C91B1B13635}" srcOrd="2" destOrd="0" presId="urn:microsoft.com/office/officeart/2026/layout/SmallDotsHorizontal"/>
    <dgm:cxn modelId="{2695DD61-21A1-4CF2-9273-E0BDCC26FFA1}" type="presParOf" srcId="{05C75421-BD5A-4E92-A112-F54B27B7F7CC}" destId="{43E53212-8DE0-43A7-A64E-ADF619C88478}" srcOrd="3" destOrd="0" presId="urn:microsoft.com/office/officeart/2026/layout/SmallDotsHorizontal"/>
    <dgm:cxn modelId="{F780D5A3-7893-482C-9D8E-24D7F90B1A8B}" type="presParOf" srcId="{077BBC79-4E10-4E4E-B6A3-D4423AE49788}" destId="{1188EFCA-0E8D-431E-8421-64975670F286}" srcOrd="1" destOrd="0" presId="urn:microsoft.com/office/officeart/2026/layout/SmallDotsHorizontal"/>
    <dgm:cxn modelId="{0B795DA2-500E-46F8-8004-B1B0A9F7DB2C}" type="presParOf" srcId="{077BBC79-4E10-4E4E-B6A3-D4423AE49788}" destId="{4300986F-75D5-446A-80AC-8432B5E4EA7B}" srcOrd="2" destOrd="0" presId="urn:microsoft.com/office/officeart/2026/layout/SmallDotsHorizontal"/>
    <dgm:cxn modelId="{19A8AD5B-C9E3-4474-9589-C34E97CBD085}" type="presParOf" srcId="{4300986F-75D5-446A-80AC-8432B5E4EA7B}" destId="{A727D9B6-BEE7-4040-9141-8E83AAD8DD90}" srcOrd="0" destOrd="0" presId="urn:microsoft.com/office/officeart/2026/layout/SmallDotsHorizontal"/>
    <dgm:cxn modelId="{6592D2A2-86BC-4B0A-9C5D-03C05432218E}" type="presParOf" srcId="{4300986F-75D5-446A-80AC-8432B5E4EA7B}" destId="{75D81758-4B93-446F-8574-FF701E9BC659}" srcOrd="1" destOrd="0" presId="urn:microsoft.com/office/officeart/2026/layout/SmallDotsHorizontal"/>
    <dgm:cxn modelId="{B67F10D2-6083-4043-9883-BCD11205834F}" type="presParOf" srcId="{4300986F-75D5-446A-80AC-8432B5E4EA7B}" destId="{7B5D787B-20F3-4D55-88E1-C95DAF70F73A}" srcOrd="2" destOrd="0" presId="urn:microsoft.com/office/officeart/2026/layout/SmallDotsHorizontal"/>
    <dgm:cxn modelId="{D5CA55A2-6C5D-46E4-8580-C2E4F304EA03}" type="presParOf" srcId="{4300986F-75D5-446A-80AC-8432B5E4EA7B}" destId="{7B5AE6DB-BB58-4002-A84A-CFE9A1A0536D}" srcOrd="3" destOrd="0" presId="urn:microsoft.com/office/officeart/2026/layout/SmallDotsHorizontal"/>
    <dgm:cxn modelId="{E5572700-D639-4072-B03A-9D9121082EA5}" type="presParOf" srcId="{077BBC79-4E10-4E4E-B6A3-D4423AE49788}" destId="{6EE149E0-F373-4044-9CCA-FE1C95E5A1E1}" srcOrd="3" destOrd="0" presId="urn:microsoft.com/office/officeart/2026/layout/SmallDotsHorizontal"/>
    <dgm:cxn modelId="{17B9473A-07D4-42E7-8B58-656F1CAEA4D0}" type="presParOf" srcId="{077BBC79-4E10-4E4E-B6A3-D4423AE49788}" destId="{3108D9CD-9AC6-4811-BBAF-E54E7B16F4C7}" srcOrd="4" destOrd="0" presId="urn:microsoft.com/office/officeart/2026/layout/SmallDotsHorizontal"/>
    <dgm:cxn modelId="{249DBB6A-771D-40B6-B2A4-4E1D54B081E8}" type="presParOf" srcId="{3108D9CD-9AC6-4811-BBAF-E54E7B16F4C7}" destId="{A0C032A9-F3DD-436E-99FF-8296F1A2A1C1}" srcOrd="0" destOrd="0" presId="urn:microsoft.com/office/officeart/2026/layout/SmallDotsHorizontal"/>
    <dgm:cxn modelId="{A6CB4C38-495F-4944-9810-F659AC3D433F}" type="presParOf" srcId="{3108D9CD-9AC6-4811-BBAF-E54E7B16F4C7}" destId="{E6695489-BBD2-408E-9AFA-E453DAD68A39}" srcOrd="1" destOrd="0" presId="urn:microsoft.com/office/officeart/2026/layout/SmallDotsHorizontal"/>
    <dgm:cxn modelId="{8BBBC766-791D-44FF-B78F-1E7D0CD2E9F7}" type="presParOf" srcId="{3108D9CD-9AC6-4811-BBAF-E54E7B16F4C7}" destId="{759A4811-CCC2-430E-9992-35126F307EE7}" srcOrd="2" destOrd="0" presId="urn:microsoft.com/office/officeart/2026/layout/SmallDotsHorizontal"/>
    <dgm:cxn modelId="{3BE88EF5-67D1-4AA3-A57B-057A6E2889D5}" type="presParOf" srcId="{3108D9CD-9AC6-4811-BBAF-E54E7B16F4C7}" destId="{78576BD6-5EA3-47B6-B6ED-964368ECD32F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F0E40B-B4FA-4D10-A6E7-4C42EE380D0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D0DA6BA-C3C0-48CD-93A6-7612D1634B63}">
      <dgm:prSet phldrT="[Testo]" phldr="0" custT="1"/>
      <dgm:spPr>
        <a:solidFill>
          <a:schemeClr val="accent3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it-IT" sz="1200" b="1"/>
            <a:t>ECONOMICI</a:t>
          </a:r>
          <a:endParaRPr lang="it-IT" sz="1200"/>
        </a:p>
      </dgm:t>
    </dgm:pt>
    <dgm:pt modelId="{9842EE91-11EF-4F17-8AA3-291A56941D8F}" type="parTrans" cxnId="{8FBF9A85-40C2-44B2-8C38-B6D575697798}">
      <dgm:prSet/>
      <dgm:spPr/>
      <dgm:t>
        <a:bodyPr/>
        <a:lstStyle/>
        <a:p>
          <a:endParaRPr lang="it-IT"/>
        </a:p>
      </dgm:t>
    </dgm:pt>
    <dgm:pt modelId="{1E44C308-ED86-4482-AB1C-6DC70F2E58DB}" type="sibTrans" cxnId="{8FBF9A85-40C2-44B2-8C38-B6D575697798}">
      <dgm:prSet/>
      <dgm:spPr/>
      <dgm:t>
        <a:bodyPr/>
        <a:lstStyle/>
        <a:p>
          <a:endParaRPr lang="it-IT"/>
        </a:p>
      </dgm:t>
    </dgm:pt>
    <dgm:pt modelId="{4E979F56-42CC-47B6-BC7B-ABD51B2AF516}">
      <dgm:prSet/>
      <dgm:spPr>
        <a:solidFill>
          <a:schemeClr val="accent3">
            <a:lumMod val="75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None/>
          </a:pPr>
          <a:r>
            <a:rPr lang="it-IT" b="1"/>
            <a:t>ORGANIZZATIVI</a:t>
          </a:r>
          <a:endParaRPr lang="it-IT"/>
        </a:p>
      </dgm:t>
    </dgm:pt>
    <dgm:pt modelId="{E60196DA-168A-42EE-B0A6-B4F4B093644C}" type="parTrans" cxnId="{59BB9A1E-E671-4CFD-966C-BE1842F939D0}">
      <dgm:prSet/>
      <dgm:spPr/>
      <dgm:t>
        <a:bodyPr/>
        <a:lstStyle/>
        <a:p>
          <a:endParaRPr lang="it-IT"/>
        </a:p>
      </dgm:t>
    </dgm:pt>
    <dgm:pt modelId="{34FD15C6-CF05-42FC-8A9B-F9EA3127E866}" type="sibTrans" cxnId="{59BB9A1E-E671-4CFD-966C-BE1842F939D0}">
      <dgm:prSet/>
      <dgm:spPr/>
      <dgm:t>
        <a:bodyPr/>
        <a:lstStyle/>
        <a:p>
          <a:endParaRPr lang="it-IT"/>
        </a:p>
      </dgm:t>
    </dgm:pt>
    <dgm:pt modelId="{66968BA4-BFBB-4AFC-A406-997FEE38697D}">
      <dgm:prSet custT="1"/>
      <dgm:spPr>
        <a:solidFill>
          <a:srgbClr val="92D050"/>
        </a:solidFill>
        <a:ln>
          <a:solidFill>
            <a:schemeClr val="bg1"/>
          </a:solidFill>
        </a:ln>
      </dgm:spPr>
      <dgm:t>
        <a:bodyPr/>
        <a:lstStyle/>
        <a:p>
          <a:pPr>
            <a:buNone/>
          </a:pPr>
          <a:r>
            <a:rPr lang="it-IT" sz="1200" b="1"/>
            <a:t>DECISIONALI</a:t>
          </a:r>
          <a:endParaRPr lang="it-IT" sz="1200"/>
        </a:p>
      </dgm:t>
    </dgm:pt>
    <dgm:pt modelId="{44453F2C-38F2-4FFE-9538-040B6DCACA87}" type="parTrans" cxnId="{EF55CCC6-FB0F-4357-92F2-10F627995231}">
      <dgm:prSet/>
      <dgm:spPr/>
      <dgm:t>
        <a:bodyPr/>
        <a:lstStyle/>
        <a:p>
          <a:endParaRPr lang="it-IT"/>
        </a:p>
      </dgm:t>
    </dgm:pt>
    <dgm:pt modelId="{9F6BC94D-A7EB-4E8D-9987-6D32C285F477}" type="sibTrans" cxnId="{EF55CCC6-FB0F-4357-92F2-10F627995231}">
      <dgm:prSet/>
      <dgm:spPr/>
      <dgm:t>
        <a:bodyPr/>
        <a:lstStyle/>
        <a:p>
          <a:endParaRPr lang="it-IT"/>
        </a:p>
      </dgm:t>
    </dgm:pt>
    <dgm:pt modelId="{A51309A2-9049-4004-808D-9016753373C5}">
      <dgm:prSet custT="1"/>
      <dgm:spPr>
        <a:ln>
          <a:solidFill>
            <a:schemeClr val="tx1"/>
          </a:solidFill>
        </a:ln>
      </dgm:spPr>
      <dgm:t>
        <a:bodyPr/>
        <a:lstStyle/>
        <a:p>
          <a:pPr algn="ctr"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Scenari confrontabili e verificabili</a:t>
          </a:r>
        </a:p>
      </dgm:t>
    </dgm:pt>
    <dgm:pt modelId="{E035AC89-B086-4AB6-A7DA-3E087BE1B2D6}" type="parTrans" cxnId="{7A881419-5CED-4A1B-A68B-D4A33866DE81}">
      <dgm:prSet/>
      <dgm:spPr/>
      <dgm:t>
        <a:bodyPr/>
        <a:lstStyle/>
        <a:p>
          <a:endParaRPr lang="it-IT"/>
        </a:p>
      </dgm:t>
    </dgm:pt>
    <dgm:pt modelId="{55ECD7FB-3CD2-4F63-B537-6EED785470ED}" type="sibTrans" cxnId="{7A881419-5CED-4A1B-A68B-D4A33866DE81}">
      <dgm:prSet/>
      <dgm:spPr/>
      <dgm:t>
        <a:bodyPr/>
        <a:lstStyle/>
        <a:p>
          <a:endParaRPr lang="it-IT"/>
        </a:p>
      </dgm:t>
    </dgm:pt>
    <dgm:pt modelId="{5D87CED5-3967-49D7-9C0F-33FC906B5FE2}">
      <dgm:prSet custT="1"/>
      <dgm:spPr>
        <a:ln>
          <a:solidFill>
            <a:schemeClr val="tx1"/>
          </a:solidFill>
        </a:ln>
      </dgm:spPr>
      <dgm:t>
        <a:bodyPr/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Scelte ponderate, non automatiche</a:t>
          </a:r>
        </a:p>
      </dgm:t>
    </dgm:pt>
    <dgm:pt modelId="{3EFF8C9F-07AA-4501-A0F5-4500D70972AB}" type="parTrans" cxnId="{F555E50C-C89C-421E-8233-A13BC263F55B}">
      <dgm:prSet/>
      <dgm:spPr/>
      <dgm:t>
        <a:bodyPr/>
        <a:lstStyle/>
        <a:p>
          <a:endParaRPr lang="it-IT"/>
        </a:p>
      </dgm:t>
    </dgm:pt>
    <dgm:pt modelId="{EB829F6A-8143-47AC-A308-FC5439B44004}" type="sibTrans" cxnId="{F555E50C-C89C-421E-8233-A13BC263F55B}">
      <dgm:prSet/>
      <dgm:spPr/>
      <dgm:t>
        <a:bodyPr/>
        <a:lstStyle/>
        <a:p>
          <a:endParaRPr lang="it-IT"/>
        </a:p>
      </dgm:t>
    </dgm:pt>
    <dgm:pt modelId="{0F6C1519-B881-47A0-9D50-F45DFD8C1998}">
      <dgm:prSet phldrT="[Testo]" custT="1"/>
      <dgm:spPr>
        <a:ln>
          <a:solidFill>
            <a:schemeClr val="tx1"/>
          </a:solidFill>
        </a:ln>
      </dgm:spPr>
      <dgm:t>
        <a:bodyPr/>
        <a:lstStyle/>
        <a:p>
          <a:pPr algn="ctr">
            <a:buNone/>
          </a:pPr>
          <a:r>
            <a:rPr lang="it-IT" sz="2400" b="1" kern="1200" spc="-41">
              <a:solidFill>
                <a:schemeClr val="tx1"/>
              </a:solidFill>
              <a:latin typeface="Helvetica World Bold"/>
              <a:ea typeface="Helvetica World Bold"/>
              <a:cs typeface="Helvetica World Bold"/>
            </a:rPr>
            <a:t>Migliore allocazione delle risorse</a:t>
          </a:r>
        </a:p>
      </dgm:t>
    </dgm:pt>
    <dgm:pt modelId="{FC3A5B2F-A0A7-4ADB-ABA4-DD393E6826FC}" type="parTrans" cxnId="{33048755-1ED7-446A-BF66-4C34B7F28897}">
      <dgm:prSet/>
      <dgm:spPr/>
      <dgm:t>
        <a:bodyPr/>
        <a:lstStyle/>
        <a:p>
          <a:endParaRPr lang="it-IT"/>
        </a:p>
      </dgm:t>
    </dgm:pt>
    <dgm:pt modelId="{A059ECC1-790C-4B2D-BAEF-40D06DC88DED}" type="sibTrans" cxnId="{33048755-1ED7-446A-BF66-4C34B7F28897}">
      <dgm:prSet/>
      <dgm:spPr/>
      <dgm:t>
        <a:bodyPr/>
        <a:lstStyle/>
        <a:p>
          <a:endParaRPr lang="it-IT"/>
        </a:p>
      </dgm:t>
    </dgm:pt>
    <dgm:pt modelId="{FF7E2B0B-72EB-432D-9781-1C93ED688D86}" type="pres">
      <dgm:prSet presAssocID="{88F0E40B-B4FA-4D10-A6E7-4C42EE380D02}" presName="linearFlow" presStyleCnt="0">
        <dgm:presLayoutVars>
          <dgm:dir/>
          <dgm:animLvl val="lvl"/>
          <dgm:resizeHandles val="exact"/>
        </dgm:presLayoutVars>
      </dgm:prSet>
      <dgm:spPr/>
    </dgm:pt>
    <dgm:pt modelId="{4B8F99EA-84F2-4C8D-9514-F0AEBEEF1BFE}" type="pres">
      <dgm:prSet presAssocID="{CD0DA6BA-C3C0-48CD-93A6-7612D1634B63}" presName="composite" presStyleCnt="0"/>
      <dgm:spPr/>
    </dgm:pt>
    <dgm:pt modelId="{1AD0F179-51B7-49AF-8CAE-065A29C236EC}" type="pres">
      <dgm:prSet presAssocID="{CD0DA6BA-C3C0-48CD-93A6-7612D1634B6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8693B0B-F287-4CD4-9846-ACC5924C6943}" type="pres">
      <dgm:prSet presAssocID="{CD0DA6BA-C3C0-48CD-93A6-7612D1634B63}" presName="descendantText" presStyleLbl="alignAcc1" presStyleIdx="0" presStyleCnt="3">
        <dgm:presLayoutVars>
          <dgm:bulletEnabled val="1"/>
        </dgm:presLayoutVars>
      </dgm:prSet>
      <dgm:spPr/>
    </dgm:pt>
    <dgm:pt modelId="{65ECDF63-A396-4889-BF35-8579AF7E6255}" type="pres">
      <dgm:prSet presAssocID="{1E44C308-ED86-4482-AB1C-6DC70F2E58DB}" presName="sp" presStyleCnt="0"/>
      <dgm:spPr/>
    </dgm:pt>
    <dgm:pt modelId="{B44EB3B0-AD1C-49F8-A1C5-D3FD330E1A5B}" type="pres">
      <dgm:prSet presAssocID="{4E979F56-42CC-47B6-BC7B-ABD51B2AF516}" presName="composite" presStyleCnt="0"/>
      <dgm:spPr/>
    </dgm:pt>
    <dgm:pt modelId="{2F434347-6391-4F51-A73D-920A314D348F}" type="pres">
      <dgm:prSet presAssocID="{4E979F56-42CC-47B6-BC7B-ABD51B2AF51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E091915-B6C2-4C88-839F-819FB60FD35D}" type="pres">
      <dgm:prSet presAssocID="{4E979F56-42CC-47B6-BC7B-ABD51B2AF516}" presName="descendantText" presStyleLbl="alignAcc1" presStyleIdx="1" presStyleCnt="3">
        <dgm:presLayoutVars>
          <dgm:bulletEnabled val="1"/>
        </dgm:presLayoutVars>
      </dgm:prSet>
      <dgm:spPr/>
    </dgm:pt>
    <dgm:pt modelId="{504CD74D-9ABC-4F61-81A1-355FA7611C1E}" type="pres">
      <dgm:prSet presAssocID="{34FD15C6-CF05-42FC-8A9B-F9EA3127E866}" presName="sp" presStyleCnt="0"/>
      <dgm:spPr/>
    </dgm:pt>
    <dgm:pt modelId="{8A1F0222-F859-4F82-B2E1-99FC5F9F0A67}" type="pres">
      <dgm:prSet presAssocID="{66968BA4-BFBB-4AFC-A406-997FEE38697D}" presName="composite" presStyleCnt="0"/>
      <dgm:spPr/>
    </dgm:pt>
    <dgm:pt modelId="{57CBA30B-5743-4A76-9EB5-C1278DF0B55E}" type="pres">
      <dgm:prSet presAssocID="{66968BA4-BFBB-4AFC-A406-997FEE38697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49DEFF1-9D49-4606-A245-479A50EABBB3}" type="pres">
      <dgm:prSet presAssocID="{66968BA4-BFBB-4AFC-A406-997FEE38697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605CB07-6A33-458F-BE5E-D52825D44854}" type="presOf" srcId="{88F0E40B-B4FA-4D10-A6E7-4C42EE380D02}" destId="{FF7E2B0B-72EB-432D-9781-1C93ED688D86}" srcOrd="0" destOrd="0" presId="urn:microsoft.com/office/officeart/2005/8/layout/chevron2"/>
    <dgm:cxn modelId="{F555E50C-C89C-421E-8233-A13BC263F55B}" srcId="{66968BA4-BFBB-4AFC-A406-997FEE38697D}" destId="{5D87CED5-3967-49D7-9C0F-33FC906B5FE2}" srcOrd="0" destOrd="0" parTransId="{3EFF8C9F-07AA-4501-A0F5-4500D70972AB}" sibTransId="{EB829F6A-8143-47AC-A308-FC5439B44004}"/>
    <dgm:cxn modelId="{7A881419-5CED-4A1B-A68B-D4A33866DE81}" srcId="{4E979F56-42CC-47B6-BC7B-ABD51B2AF516}" destId="{A51309A2-9049-4004-808D-9016753373C5}" srcOrd="0" destOrd="0" parTransId="{E035AC89-B086-4AB6-A7DA-3E087BE1B2D6}" sibTransId="{55ECD7FB-3CD2-4F63-B537-6EED785470ED}"/>
    <dgm:cxn modelId="{59BB9A1E-E671-4CFD-966C-BE1842F939D0}" srcId="{88F0E40B-B4FA-4D10-A6E7-4C42EE380D02}" destId="{4E979F56-42CC-47B6-BC7B-ABD51B2AF516}" srcOrd="1" destOrd="0" parTransId="{E60196DA-168A-42EE-B0A6-B4F4B093644C}" sibTransId="{34FD15C6-CF05-42FC-8A9B-F9EA3127E866}"/>
    <dgm:cxn modelId="{7159004C-4BBA-43F1-8131-16F55E36DDB8}" type="presOf" srcId="{66968BA4-BFBB-4AFC-A406-997FEE38697D}" destId="{57CBA30B-5743-4A76-9EB5-C1278DF0B55E}" srcOrd="0" destOrd="0" presId="urn:microsoft.com/office/officeart/2005/8/layout/chevron2"/>
    <dgm:cxn modelId="{33048755-1ED7-446A-BF66-4C34B7F28897}" srcId="{CD0DA6BA-C3C0-48CD-93A6-7612D1634B63}" destId="{0F6C1519-B881-47A0-9D50-F45DFD8C1998}" srcOrd="0" destOrd="0" parTransId="{FC3A5B2F-A0A7-4ADB-ABA4-DD393E6826FC}" sibTransId="{A059ECC1-790C-4B2D-BAEF-40D06DC88DED}"/>
    <dgm:cxn modelId="{7E7E0256-CD6B-4E1F-BBB4-650F404CA1DC}" type="presOf" srcId="{CD0DA6BA-C3C0-48CD-93A6-7612D1634B63}" destId="{1AD0F179-51B7-49AF-8CAE-065A29C236EC}" srcOrd="0" destOrd="0" presId="urn:microsoft.com/office/officeart/2005/8/layout/chevron2"/>
    <dgm:cxn modelId="{8FBF9A85-40C2-44B2-8C38-B6D575697798}" srcId="{88F0E40B-B4FA-4D10-A6E7-4C42EE380D02}" destId="{CD0DA6BA-C3C0-48CD-93A6-7612D1634B63}" srcOrd="0" destOrd="0" parTransId="{9842EE91-11EF-4F17-8AA3-291A56941D8F}" sibTransId="{1E44C308-ED86-4482-AB1C-6DC70F2E58DB}"/>
    <dgm:cxn modelId="{B215058C-5F1D-4376-B954-1EDC4741C4C1}" type="presOf" srcId="{A51309A2-9049-4004-808D-9016753373C5}" destId="{0E091915-B6C2-4C88-839F-819FB60FD35D}" srcOrd="0" destOrd="0" presId="urn:microsoft.com/office/officeart/2005/8/layout/chevron2"/>
    <dgm:cxn modelId="{EE4493AF-C001-4BC8-ADD2-CD8F6EBCB876}" type="presOf" srcId="{4E979F56-42CC-47B6-BC7B-ABD51B2AF516}" destId="{2F434347-6391-4F51-A73D-920A314D348F}" srcOrd="0" destOrd="0" presId="urn:microsoft.com/office/officeart/2005/8/layout/chevron2"/>
    <dgm:cxn modelId="{EF55CCC6-FB0F-4357-92F2-10F627995231}" srcId="{88F0E40B-B4FA-4D10-A6E7-4C42EE380D02}" destId="{66968BA4-BFBB-4AFC-A406-997FEE38697D}" srcOrd="2" destOrd="0" parTransId="{44453F2C-38F2-4FFE-9538-040B6DCACA87}" sibTransId="{9F6BC94D-A7EB-4E8D-9987-6D32C285F477}"/>
    <dgm:cxn modelId="{9F540EC7-CC72-4303-8AEE-4820239AD35E}" type="presOf" srcId="{5D87CED5-3967-49D7-9C0F-33FC906B5FE2}" destId="{149DEFF1-9D49-4606-A245-479A50EABBB3}" srcOrd="0" destOrd="0" presId="urn:microsoft.com/office/officeart/2005/8/layout/chevron2"/>
    <dgm:cxn modelId="{E70072CD-3FC6-460A-B32E-2F31CB7D1ADC}" type="presOf" srcId="{0F6C1519-B881-47A0-9D50-F45DFD8C1998}" destId="{F8693B0B-F287-4CD4-9846-ACC5924C6943}" srcOrd="0" destOrd="0" presId="urn:microsoft.com/office/officeart/2005/8/layout/chevron2"/>
    <dgm:cxn modelId="{DCF7CC81-50EA-470E-997E-440AF75CFB95}" type="presParOf" srcId="{FF7E2B0B-72EB-432D-9781-1C93ED688D86}" destId="{4B8F99EA-84F2-4C8D-9514-F0AEBEEF1BFE}" srcOrd="0" destOrd="0" presId="urn:microsoft.com/office/officeart/2005/8/layout/chevron2"/>
    <dgm:cxn modelId="{4DC97702-CF0B-4E30-8F2F-5214B741C2AA}" type="presParOf" srcId="{4B8F99EA-84F2-4C8D-9514-F0AEBEEF1BFE}" destId="{1AD0F179-51B7-49AF-8CAE-065A29C236EC}" srcOrd="0" destOrd="0" presId="urn:microsoft.com/office/officeart/2005/8/layout/chevron2"/>
    <dgm:cxn modelId="{6FF954AF-B56D-4E82-94AD-2C5897DCBE9E}" type="presParOf" srcId="{4B8F99EA-84F2-4C8D-9514-F0AEBEEF1BFE}" destId="{F8693B0B-F287-4CD4-9846-ACC5924C6943}" srcOrd="1" destOrd="0" presId="urn:microsoft.com/office/officeart/2005/8/layout/chevron2"/>
    <dgm:cxn modelId="{09973867-49F2-4C4E-983E-858CFF9D6605}" type="presParOf" srcId="{FF7E2B0B-72EB-432D-9781-1C93ED688D86}" destId="{65ECDF63-A396-4889-BF35-8579AF7E6255}" srcOrd="1" destOrd="0" presId="urn:microsoft.com/office/officeart/2005/8/layout/chevron2"/>
    <dgm:cxn modelId="{C2F6F089-E0E9-49FA-B657-64022F2B12F8}" type="presParOf" srcId="{FF7E2B0B-72EB-432D-9781-1C93ED688D86}" destId="{B44EB3B0-AD1C-49F8-A1C5-D3FD330E1A5B}" srcOrd="2" destOrd="0" presId="urn:microsoft.com/office/officeart/2005/8/layout/chevron2"/>
    <dgm:cxn modelId="{948BD2BC-57D4-4C4C-BDF5-DF541483150A}" type="presParOf" srcId="{B44EB3B0-AD1C-49F8-A1C5-D3FD330E1A5B}" destId="{2F434347-6391-4F51-A73D-920A314D348F}" srcOrd="0" destOrd="0" presId="urn:microsoft.com/office/officeart/2005/8/layout/chevron2"/>
    <dgm:cxn modelId="{12783C7B-4627-45D2-A35F-B9C53F5F3181}" type="presParOf" srcId="{B44EB3B0-AD1C-49F8-A1C5-D3FD330E1A5B}" destId="{0E091915-B6C2-4C88-839F-819FB60FD35D}" srcOrd="1" destOrd="0" presId="urn:microsoft.com/office/officeart/2005/8/layout/chevron2"/>
    <dgm:cxn modelId="{B6AE905D-9165-46F6-BC27-4E79853DE703}" type="presParOf" srcId="{FF7E2B0B-72EB-432D-9781-1C93ED688D86}" destId="{504CD74D-9ABC-4F61-81A1-355FA7611C1E}" srcOrd="3" destOrd="0" presId="urn:microsoft.com/office/officeart/2005/8/layout/chevron2"/>
    <dgm:cxn modelId="{CC1A8C82-E080-4BD0-BC2E-D54C073DB395}" type="presParOf" srcId="{FF7E2B0B-72EB-432D-9781-1C93ED688D86}" destId="{8A1F0222-F859-4F82-B2E1-99FC5F9F0A67}" srcOrd="4" destOrd="0" presId="urn:microsoft.com/office/officeart/2005/8/layout/chevron2"/>
    <dgm:cxn modelId="{0E6AA485-142F-4AE3-A671-25448253A58D}" type="presParOf" srcId="{8A1F0222-F859-4F82-B2E1-99FC5F9F0A67}" destId="{57CBA30B-5743-4A76-9EB5-C1278DF0B55E}" srcOrd="0" destOrd="0" presId="urn:microsoft.com/office/officeart/2005/8/layout/chevron2"/>
    <dgm:cxn modelId="{02A488B5-6279-4FEC-9476-D674EC7CA133}" type="presParOf" srcId="{8A1F0222-F859-4F82-B2E1-99FC5F9F0A67}" destId="{149DEFF1-9D49-4606-A245-479A50EABBB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A60DB6-F050-4C04-8408-196A64FDE626}" type="doc">
      <dgm:prSet loTypeId="urn:microsoft.com/office/officeart/2009/layout/CircleArrowProcess" loCatId="process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B3140A2-EF40-4F6E-97DA-F121E35E52A5}">
      <dgm:prSet phldrT="[Testo]" phldr="0" custT="1"/>
      <dgm:spPr/>
      <dgm:t>
        <a:bodyPr/>
        <a:lstStyle/>
        <a:p>
          <a:r>
            <a:rPr lang="it-IT" sz="20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Valutare un intervento</a:t>
          </a:r>
        </a:p>
      </dgm:t>
    </dgm:pt>
    <dgm:pt modelId="{EB5D935A-A6C9-44D4-AF19-B93D2135676D}" type="parTrans" cxnId="{B13BAB36-8D85-4D4C-8227-3724045CF3EB}">
      <dgm:prSet/>
      <dgm:spPr/>
      <dgm:t>
        <a:bodyPr/>
        <a:lstStyle/>
        <a:p>
          <a:endParaRPr lang="it-IT"/>
        </a:p>
      </dgm:t>
    </dgm:pt>
    <dgm:pt modelId="{4F059B99-A5EA-4A2A-8D27-0DDA86550DD8}" type="sibTrans" cxnId="{B13BAB36-8D85-4D4C-8227-3724045CF3EB}">
      <dgm:prSet/>
      <dgm:spPr/>
      <dgm:t>
        <a:bodyPr/>
        <a:lstStyle/>
        <a:p>
          <a:endParaRPr lang="it-IT"/>
        </a:p>
      </dgm:t>
    </dgm:pt>
    <dgm:pt modelId="{9141E9EA-71A8-4BC3-8A4F-18DFDEFF5CD3}">
      <dgm:prSet phldrT="[Testo]" phldr="0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Allocare un budget</a:t>
          </a:r>
        </a:p>
      </dgm:t>
    </dgm:pt>
    <dgm:pt modelId="{5ABDA27F-B772-4583-84BB-2FC1299B0799}" type="parTrans" cxnId="{5A7B5348-4EE5-4305-8DE2-47A6F02CBCCC}">
      <dgm:prSet/>
      <dgm:spPr/>
      <dgm:t>
        <a:bodyPr/>
        <a:lstStyle/>
        <a:p>
          <a:endParaRPr lang="it-IT"/>
        </a:p>
      </dgm:t>
    </dgm:pt>
    <dgm:pt modelId="{84B399D9-A815-4D76-AA1A-7DFD8264FAFB}" type="sibTrans" cxnId="{5A7B5348-4EE5-4305-8DE2-47A6F02CBCCC}">
      <dgm:prSet/>
      <dgm:spPr/>
      <dgm:t>
        <a:bodyPr/>
        <a:lstStyle/>
        <a:p>
          <a:endParaRPr lang="it-IT"/>
        </a:p>
      </dgm:t>
    </dgm:pt>
    <dgm:pt modelId="{859BF135-4813-457A-B3D0-D5736B12345B}" type="pres">
      <dgm:prSet presAssocID="{34A60DB6-F050-4C04-8408-196A64FDE62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505CDDF-0567-441A-AB80-4E12B1277E8D}" type="pres">
      <dgm:prSet presAssocID="{8B3140A2-EF40-4F6E-97DA-F121E35E52A5}" presName="Accent1" presStyleCnt="0"/>
      <dgm:spPr/>
    </dgm:pt>
    <dgm:pt modelId="{E79BFEB2-9DD7-4E19-BE1C-6476C03A8DDA}" type="pres">
      <dgm:prSet presAssocID="{8B3140A2-EF40-4F6E-97DA-F121E35E52A5}" presName="Accent" presStyleLbl="node1" presStyleIdx="0" presStyleCnt="2"/>
      <dgm:spPr/>
    </dgm:pt>
    <dgm:pt modelId="{5E0CF4EE-7446-429F-BC79-6604662657DE}" type="pres">
      <dgm:prSet presAssocID="{8B3140A2-EF40-4F6E-97DA-F121E35E52A5}" presName="Parent1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C4C91113-7B2D-450A-BC02-4B0EEB1591B2}" type="pres">
      <dgm:prSet presAssocID="{9141E9EA-71A8-4BC3-8A4F-18DFDEFF5CD3}" presName="Accent2" presStyleCnt="0"/>
      <dgm:spPr/>
    </dgm:pt>
    <dgm:pt modelId="{E7C7CBB9-F2CD-40F4-887A-528A704A59B3}" type="pres">
      <dgm:prSet presAssocID="{9141E9EA-71A8-4BC3-8A4F-18DFDEFF5CD3}" presName="Accent" presStyleLbl="node1" presStyleIdx="1" presStyleCnt="2" custLinFactNeighborX="-4126"/>
      <dgm:spPr/>
    </dgm:pt>
    <dgm:pt modelId="{3ABE1710-649B-4654-9FC0-70F6049E43D3}" type="pres">
      <dgm:prSet presAssocID="{9141E9EA-71A8-4BC3-8A4F-18DFDEFF5CD3}" presName="Parent2" presStyleLbl="revTx" presStyleIdx="1" presStyleCnt="2" custLinFactNeighborX="-6984">
        <dgm:presLayoutVars>
          <dgm:chMax val="1"/>
          <dgm:chPref val="1"/>
          <dgm:bulletEnabled val="1"/>
        </dgm:presLayoutVars>
      </dgm:prSet>
      <dgm:spPr/>
    </dgm:pt>
  </dgm:ptLst>
  <dgm:cxnLst>
    <dgm:cxn modelId="{B13BAB36-8D85-4D4C-8227-3724045CF3EB}" srcId="{34A60DB6-F050-4C04-8408-196A64FDE626}" destId="{8B3140A2-EF40-4F6E-97DA-F121E35E52A5}" srcOrd="0" destOrd="0" parTransId="{EB5D935A-A6C9-44D4-AF19-B93D2135676D}" sibTransId="{4F059B99-A5EA-4A2A-8D27-0DDA86550DD8}"/>
    <dgm:cxn modelId="{5A7B5348-4EE5-4305-8DE2-47A6F02CBCCC}" srcId="{34A60DB6-F050-4C04-8408-196A64FDE626}" destId="{9141E9EA-71A8-4BC3-8A4F-18DFDEFF5CD3}" srcOrd="1" destOrd="0" parTransId="{5ABDA27F-B772-4583-84BB-2FC1299B0799}" sibTransId="{84B399D9-A815-4D76-AA1A-7DFD8264FAFB}"/>
    <dgm:cxn modelId="{AD758A9E-2EC4-401A-B743-31DDD261C69C}" type="presOf" srcId="{34A60DB6-F050-4C04-8408-196A64FDE626}" destId="{859BF135-4813-457A-B3D0-D5736B12345B}" srcOrd="0" destOrd="0" presId="urn:microsoft.com/office/officeart/2009/layout/CircleArrowProcess"/>
    <dgm:cxn modelId="{318003AB-1F49-4698-97CE-79D9E0FF68B5}" type="presOf" srcId="{9141E9EA-71A8-4BC3-8A4F-18DFDEFF5CD3}" destId="{3ABE1710-649B-4654-9FC0-70F6049E43D3}" srcOrd="0" destOrd="0" presId="urn:microsoft.com/office/officeart/2009/layout/CircleArrowProcess"/>
    <dgm:cxn modelId="{1B50E1E0-5761-43DD-9D11-9701CC338438}" type="presOf" srcId="{8B3140A2-EF40-4F6E-97DA-F121E35E52A5}" destId="{5E0CF4EE-7446-429F-BC79-6604662657DE}" srcOrd="0" destOrd="0" presId="urn:microsoft.com/office/officeart/2009/layout/CircleArrowProcess"/>
    <dgm:cxn modelId="{501D8162-8B52-45AE-A062-E2A6331E07E6}" type="presParOf" srcId="{859BF135-4813-457A-B3D0-D5736B12345B}" destId="{8505CDDF-0567-441A-AB80-4E12B1277E8D}" srcOrd="0" destOrd="0" presId="urn:microsoft.com/office/officeart/2009/layout/CircleArrowProcess"/>
    <dgm:cxn modelId="{F3A14430-B6FD-40D0-A188-D6E56584EE83}" type="presParOf" srcId="{8505CDDF-0567-441A-AB80-4E12B1277E8D}" destId="{E79BFEB2-9DD7-4E19-BE1C-6476C03A8DDA}" srcOrd="0" destOrd="0" presId="urn:microsoft.com/office/officeart/2009/layout/CircleArrowProcess"/>
    <dgm:cxn modelId="{FEF7D41D-B57E-43DE-AB91-DB084827B912}" type="presParOf" srcId="{859BF135-4813-457A-B3D0-D5736B12345B}" destId="{5E0CF4EE-7446-429F-BC79-6604662657DE}" srcOrd="1" destOrd="0" presId="urn:microsoft.com/office/officeart/2009/layout/CircleArrowProcess"/>
    <dgm:cxn modelId="{0746A369-97EA-42E8-B132-744D9DEF35C1}" type="presParOf" srcId="{859BF135-4813-457A-B3D0-D5736B12345B}" destId="{C4C91113-7B2D-450A-BC02-4B0EEB1591B2}" srcOrd="2" destOrd="0" presId="urn:microsoft.com/office/officeart/2009/layout/CircleArrowProcess"/>
    <dgm:cxn modelId="{87BA34D6-D51A-49A1-A7E1-F182B07E9C20}" type="presParOf" srcId="{C4C91113-7B2D-450A-BC02-4B0EEB1591B2}" destId="{E7C7CBB9-F2CD-40F4-887A-528A704A59B3}" srcOrd="0" destOrd="0" presId="urn:microsoft.com/office/officeart/2009/layout/CircleArrowProcess"/>
    <dgm:cxn modelId="{787F2F3A-0039-4E40-AB8F-45980A8AF713}" type="presParOf" srcId="{859BF135-4813-457A-B3D0-D5736B12345B}" destId="{3ABE1710-649B-4654-9FC0-70F6049E43D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A60DB6-F050-4C04-8408-196A64FDE626}" type="doc">
      <dgm:prSet loTypeId="urn:microsoft.com/office/officeart/2009/layout/CircleArrowProcess" loCatId="process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B3140A2-EF40-4F6E-97DA-F121E35E52A5}">
      <dgm:prSet phldrT="[Testo]" phldr="0" custT="1"/>
      <dgm:spPr/>
      <dgm:t>
        <a:bodyPr/>
        <a:lstStyle/>
        <a:p>
          <a:r>
            <a:rPr lang="it-IT" sz="20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Valutare un intervento</a:t>
          </a:r>
        </a:p>
      </dgm:t>
    </dgm:pt>
    <dgm:pt modelId="{EB5D935A-A6C9-44D4-AF19-B93D2135676D}" type="parTrans" cxnId="{B13BAB36-8D85-4D4C-8227-3724045CF3EB}">
      <dgm:prSet/>
      <dgm:spPr/>
      <dgm:t>
        <a:bodyPr/>
        <a:lstStyle/>
        <a:p>
          <a:endParaRPr lang="it-IT"/>
        </a:p>
      </dgm:t>
    </dgm:pt>
    <dgm:pt modelId="{4F059B99-A5EA-4A2A-8D27-0DDA86550DD8}" type="sibTrans" cxnId="{B13BAB36-8D85-4D4C-8227-3724045CF3EB}">
      <dgm:prSet/>
      <dgm:spPr/>
      <dgm:t>
        <a:bodyPr/>
        <a:lstStyle/>
        <a:p>
          <a:endParaRPr lang="it-IT"/>
        </a:p>
      </dgm:t>
    </dgm:pt>
    <dgm:pt modelId="{9141E9EA-71A8-4BC3-8A4F-18DFDEFF5CD3}">
      <dgm:prSet phldrT="[Testo]" phldr="0"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Allocare un budget</a:t>
          </a:r>
        </a:p>
      </dgm:t>
    </dgm:pt>
    <dgm:pt modelId="{5ABDA27F-B772-4583-84BB-2FC1299B0799}" type="parTrans" cxnId="{5A7B5348-4EE5-4305-8DE2-47A6F02CBCCC}">
      <dgm:prSet/>
      <dgm:spPr/>
      <dgm:t>
        <a:bodyPr/>
        <a:lstStyle/>
        <a:p>
          <a:endParaRPr lang="it-IT"/>
        </a:p>
      </dgm:t>
    </dgm:pt>
    <dgm:pt modelId="{84B399D9-A815-4D76-AA1A-7DFD8264FAFB}" type="sibTrans" cxnId="{5A7B5348-4EE5-4305-8DE2-47A6F02CBCCC}">
      <dgm:prSet/>
      <dgm:spPr/>
      <dgm:t>
        <a:bodyPr/>
        <a:lstStyle/>
        <a:p>
          <a:endParaRPr lang="it-IT"/>
        </a:p>
      </dgm:t>
    </dgm:pt>
    <dgm:pt modelId="{859BF135-4813-457A-B3D0-D5736B12345B}" type="pres">
      <dgm:prSet presAssocID="{34A60DB6-F050-4C04-8408-196A64FDE626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505CDDF-0567-441A-AB80-4E12B1277E8D}" type="pres">
      <dgm:prSet presAssocID="{8B3140A2-EF40-4F6E-97DA-F121E35E52A5}" presName="Accent1" presStyleCnt="0"/>
      <dgm:spPr/>
    </dgm:pt>
    <dgm:pt modelId="{E79BFEB2-9DD7-4E19-BE1C-6476C03A8DDA}" type="pres">
      <dgm:prSet presAssocID="{8B3140A2-EF40-4F6E-97DA-F121E35E52A5}" presName="Accent" presStyleLbl="node1" presStyleIdx="0" presStyleCnt="2"/>
      <dgm:spPr/>
    </dgm:pt>
    <dgm:pt modelId="{5E0CF4EE-7446-429F-BC79-6604662657DE}" type="pres">
      <dgm:prSet presAssocID="{8B3140A2-EF40-4F6E-97DA-F121E35E52A5}" presName="Parent1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C4C91113-7B2D-450A-BC02-4B0EEB1591B2}" type="pres">
      <dgm:prSet presAssocID="{9141E9EA-71A8-4BC3-8A4F-18DFDEFF5CD3}" presName="Accent2" presStyleCnt="0"/>
      <dgm:spPr/>
    </dgm:pt>
    <dgm:pt modelId="{E7C7CBB9-F2CD-40F4-887A-528A704A59B3}" type="pres">
      <dgm:prSet presAssocID="{9141E9EA-71A8-4BC3-8A4F-18DFDEFF5CD3}" presName="Accent" presStyleLbl="node1" presStyleIdx="1" presStyleCnt="2" custLinFactNeighborX="-4126"/>
      <dgm:spPr/>
    </dgm:pt>
    <dgm:pt modelId="{3ABE1710-649B-4654-9FC0-70F6049E43D3}" type="pres">
      <dgm:prSet presAssocID="{9141E9EA-71A8-4BC3-8A4F-18DFDEFF5CD3}" presName="Parent2" presStyleLbl="revTx" presStyleIdx="1" presStyleCnt="2" custLinFactNeighborX="-6984">
        <dgm:presLayoutVars>
          <dgm:chMax val="1"/>
          <dgm:chPref val="1"/>
          <dgm:bulletEnabled val="1"/>
        </dgm:presLayoutVars>
      </dgm:prSet>
      <dgm:spPr/>
    </dgm:pt>
  </dgm:ptLst>
  <dgm:cxnLst>
    <dgm:cxn modelId="{B13BAB36-8D85-4D4C-8227-3724045CF3EB}" srcId="{34A60DB6-F050-4C04-8408-196A64FDE626}" destId="{8B3140A2-EF40-4F6E-97DA-F121E35E52A5}" srcOrd="0" destOrd="0" parTransId="{EB5D935A-A6C9-44D4-AF19-B93D2135676D}" sibTransId="{4F059B99-A5EA-4A2A-8D27-0DDA86550DD8}"/>
    <dgm:cxn modelId="{5A7B5348-4EE5-4305-8DE2-47A6F02CBCCC}" srcId="{34A60DB6-F050-4C04-8408-196A64FDE626}" destId="{9141E9EA-71A8-4BC3-8A4F-18DFDEFF5CD3}" srcOrd="1" destOrd="0" parTransId="{5ABDA27F-B772-4583-84BB-2FC1299B0799}" sibTransId="{84B399D9-A815-4D76-AA1A-7DFD8264FAFB}"/>
    <dgm:cxn modelId="{AD758A9E-2EC4-401A-B743-31DDD261C69C}" type="presOf" srcId="{34A60DB6-F050-4C04-8408-196A64FDE626}" destId="{859BF135-4813-457A-B3D0-D5736B12345B}" srcOrd="0" destOrd="0" presId="urn:microsoft.com/office/officeart/2009/layout/CircleArrowProcess"/>
    <dgm:cxn modelId="{318003AB-1F49-4698-97CE-79D9E0FF68B5}" type="presOf" srcId="{9141E9EA-71A8-4BC3-8A4F-18DFDEFF5CD3}" destId="{3ABE1710-649B-4654-9FC0-70F6049E43D3}" srcOrd="0" destOrd="0" presId="urn:microsoft.com/office/officeart/2009/layout/CircleArrowProcess"/>
    <dgm:cxn modelId="{1B50E1E0-5761-43DD-9D11-9701CC338438}" type="presOf" srcId="{8B3140A2-EF40-4F6E-97DA-F121E35E52A5}" destId="{5E0CF4EE-7446-429F-BC79-6604662657DE}" srcOrd="0" destOrd="0" presId="urn:microsoft.com/office/officeart/2009/layout/CircleArrowProcess"/>
    <dgm:cxn modelId="{501D8162-8B52-45AE-A062-E2A6331E07E6}" type="presParOf" srcId="{859BF135-4813-457A-B3D0-D5736B12345B}" destId="{8505CDDF-0567-441A-AB80-4E12B1277E8D}" srcOrd="0" destOrd="0" presId="urn:microsoft.com/office/officeart/2009/layout/CircleArrowProcess"/>
    <dgm:cxn modelId="{F3A14430-B6FD-40D0-A188-D6E56584EE83}" type="presParOf" srcId="{8505CDDF-0567-441A-AB80-4E12B1277E8D}" destId="{E79BFEB2-9DD7-4E19-BE1C-6476C03A8DDA}" srcOrd="0" destOrd="0" presId="urn:microsoft.com/office/officeart/2009/layout/CircleArrowProcess"/>
    <dgm:cxn modelId="{FEF7D41D-B57E-43DE-AB91-DB084827B912}" type="presParOf" srcId="{859BF135-4813-457A-B3D0-D5736B12345B}" destId="{5E0CF4EE-7446-429F-BC79-6604662657DE}" srcOrd="1" destOrd="0" presId="urn:microsoft.com/office/officeart/2009/layout/CircleArrowProcess"/>
    <dgm:cxn modelId="{0746A369-97EA-42E8-B132-744D9DEF35C1}" type="presParOf" srcId="{859BF135-4813-457A-B3D0-D5736B12345B}" destId="{C4C91113-7B2D-450A-BC02-4B0EEB1591B2}" srcOrd="2" destOrd="0" presId="urn:microsoft.com/office/officeart/2009/layout/CircleArrowProcess"/>
    <dgm:cxn modelId="{87BA34D6-D51A-49A1-A7E1-F182B07E9C20}" type="presParOf" srcId="{C4C91113-7B2D-450A-BC02-4B0EEB1591B2}" destId="{E7C7CBB9-F2CD-40F4-887A-528A704A59B3}" srcOrd="0" destOrd="0" presId="urn:microsoft.com/office/officeart/2009/layout/CircleArrowProcess"/>
    <dgm:cxn modelId="{787F2F3A-0039-4E40-AB8F-45980A8AF713}" type="presParOf" srcId="{859BF135-4813-457A-B3D0-D5736B12345B}" destId="{3ABE1710-649B-4654-9FC0-70F6049E43D3}" srcOrd="3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F0E40B-B4FA-4D10-A6E7-4C42EE380D0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D0DA6BA-C3C0-48CD-93A6-7612D1634B63}">
      <dgm:prSet phldrT="[Testo]" phldr="0" custT="1"/>
      <dgm:spPr>
        <a:solidFill>
          <a:schemeClr val="accent3">
            <a:lumMod val="5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it-IT" sz="1200" b="1"/>
            <a:t>ECONOMICI</a:t>
          </a:r>
          <a:endParaRPr lang="it-IT" sz="1200"/>
        </a:p>
      </dgm:t>
    </dgm:pt>
    <dgm:pt modelId="{9842EE91-11EF-4F17-8AA3-291A56941D8F}" type="parTrans" cxnId="{8FBF9A85-40C2-44B2-8C38-B6D575697798}">
      <dgm:prSet/>
      <dgm:spPr/>
      <dgm:t>
        <a:bodyPr/>
        <a:lstStyle/>
        <a:p>
          <a:endParaRPr lang="it-IT"/>
        </a:p>
      </dgm:t>
    </dgm:pt>
    <dgm:pt modelId="{1E44C308-ED86-4482-AB1C-6DC70F2E58DB}" type="sibTrans" cxnId="{8FBF9A85-40C2-44B2-8C38-B6D575697798}">
      <dgm:prSet/>
      <dgm:spPr/>
      <dgm:t>
        <a:bodyPr/>
        <a:lstStyle/>
        <a:p>
          <a:endParaRPr lang="it-IT"/>
        </a:p>
      </dgm:t>
    </dgm:pt>
    <dgm:pt modelId="{4E979F56-42CC-47B6-BC7B-ABD51B2AF516}">
      <dgm:prSet/>
      <dgm:spPr>
        <a:solidFill>
          <a:schemeClr val="accent3">
            <a:lumMod val="75000"/>
          </a:schemeClr>
        </a:solidFill>
        <a:ln>
          <a:solidFill>
            <a:schemeClr val="bg1"/>
          </a:solidFill>
        </a:ln>
      </dgm:spPr>
      <dgm:t>
        <a:bodyPr/>
        <a:lstStyle/>
        <a:p>
          <a:pPr>
            <a:buNone/>
          </a:pPr>
          <a:r>
            <a:rPr lang="it-IT" b="1"/>
            <a:t>ORGANIZZATIVI</a:t>
          </a:r>
          <a:endParaRPr lang="it-IT"/>
        </a:p>
      </dgm:t>
    </dgm:pt>
    <dgm:pt modelId="{E60196DA-168A-42EE-B0A6-B4F4B093644C}" type="parTrans" cxnId="{59BB9A1E-E671-4CFD-966C-BE1842F939D0}">
      <dgm:prSet/>
      <dgm:spPr/>
      <dgm:t>
        <a:bodyPr/>
        <a:lstStyle/>
        <a:p>
          <a:endParaRPr lang="it-IT"/>
        </a:p>
      </dgm:t>
    </dgm:pt>
    <dgm:pt modelId="{34FD15C6-CF05-42FC-8A9B-F9EA3127E866}" type="sibTrans" cxnId="{59BB9A1E-E671-4CFD-966C-BE1842F939D0}">
      <dgm:prSet/>
      <dgm:spPr/>
      <dgm:t>
        <a:bodyPr/>
        <a:lstStyle/>
        <a:p>
          <a:endParaRPr lang="it-IT"/>
        </a:p>
      </dgm:t>
    </dgm:pt>
    <dgm:pt modelId="{66968BA4-BFBB-4AFC-A406-997FEE38697D}">
      <dgm:prSet custT="1"/>
      <dgm:spPr>
        <a:solidFill>
          <a:srgbClr val="92D050"/>
        </a:solidFill>
        <a:ln>
          <a:solidFill>
            <a:schemeClr val="bg1"/>
          </a:solidFill>
        </a:ln>
      </dgm:spPr>
      <dgm:t>
        <a:bodyPr/>
        <a:lstStyle/>
        <a:p>
          <a:pPr>
            <a:buNone/>
          </a:pPr>
          <a:r>
            <a:rPr lang="it-IT" sz="1200" b="1"/>
            <a:t>DECISIONALI</a:t>
          </a:r>
          <a:endParaRPr lang="it-IT" sz="1200"/>
        </a:p>
      </dgm:t>
    </dgm:pt>
    <dgm:pt modelId="{44453F2C-38F2-4FFE-9538-040B6DCACA87}" type="parTrans" cxnId="{EF55CCC6-FB0F-4357-92F2-10F627995231}">
      <dgm:prSet/>
      <dgm:spPr/>
      <dgm:t>
        <a:bodyPr/>
        <a:lstStyle/>
        <a:p>
          <a:endParaRPr lang="it-IT"/>
        </a:p>
      </dgm:t>
    </dgm:pt>
    <dgm:pt modelId="{9F6BC94D-A7EB-4E8D-9987-6D32C285F477}" type="sibTrans" cxnId="{EF55CCC6-FB0F-4357-92F2-10F627995231}">
      <dgm:prSet/>
      <dgm:spPr/>
      <dgm:t>
        <a:bodyPr/>
        <a:lstStyle/>
        <a:p>
          <a:endParaRPr lang="it-IT"/>
        </a:p>
      </dgm:t>
    </dgm:pt>
    <dgm:pt modelId="{A51309A2-9049-4004-808D-9016753373C5}">
      <dgm:prSet custT="1"/>
      <dgm:spPr>
        <a:ln>
          <a:solidFill>
            <a:schemeClr val="tx1"/>
          </a:solidFill>
        </a:ln>
      </dgm:spPr>
      <dgm:t>
        <a:bodyPr/>
        <a:lstStyle/>
        <a:p>
          <a:pPr algn="ctr"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Scenari confrontabili e verificabili</a:t>
          </a:r>
        </a:p>
      </dgm:t>
    </dgm:pt>
    <dgm:pt modelId="{E035AC89-B086-4AB6-A7DA-3E087BE1B2D6}" type="parTrans" cxnId="{7A881419-5CED-4A1B-A68B-D4A33866DE81}">
      <dgm:prSet/>
      <dgm:spPr/>
      <dgm:t>
        <a:bodyPr/>
        <a:lstStyle/>
        <a:p>
          <a:endParaRPr lang="it-IT"/>
        </a:p>
      </dgm:t>
    </dgm:pt>
    <dgm:pt modelId="{55ECD7FB-3CD2-4F63-B537-6EED785470ED}" type="sibTrans" cxnId="{7A881419-5CED-4A1B-A68B-D4A33866DE81}">
      <dgm:prSet/>
      <dgm:spPr/>
      <dgm:t>
        <a:bodyPr/>
        <a:lstStyle/>
        <a:p>
          <a:endParaRPr lang="it-IT"/>
        </a:p>
      </dgm:t>
    </dgm:pt>
    <dgm:pt modelId="{5D87CED5-3967-49D7-9C0F-33FC906B5FE2}">
      <dgm:prSet custT="1"/>
      <dgm:spPr>
        <a:ln>
          <a:solidFill>
            <a:schemeClr val="tx1"/>
          </a:solidFill>
        </a:ln>
      </dgm:spPr>
      <dgm:t>
        <a:bodyPr/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Scelte ponderate, non automatiche</a:t>
          </a:r>
        </a:p>
      </dgm:t>
    </dgm:pt>
    <dgm:pt modelId="{3EFF8C9F-07AA-4501-A0F5-4500D70972AB}" type="parTrans" cxnId="{F555E50C-C89C-421E-8233-A13BC263F55B}">
      <dgm:prSet/>
      <dgm:spPr/>
      <dgm:t>
        <a:bodyPr/>
        <a:lstStyle/>
        <a:p>
          <a:endParaRPr lang="it-IT"/>
        </a:p>
      </dgm:t>
    </dgm:pt>
    <dgm:pt modelId="{EB829F6A-8143-47AC-A308-FC5439B44004}" type="sibTrans" cxnId="{F555E50C-C89C-421E-8233-A13BC263F55B}">
      <dgm:prSet/>
      <dgm:spPr/>
      <dgm:t>
        <a:bodyPr/>
        <a:lstStyle/>
        <a:p>
          <a:endParaRPr lang="it-IT"/>
        </a:p>
      </dgm:t>
    </dgm:pt>
    <dgm:pt modelId="{0F6C1519-B881-47A0-9D50-F45DFD8C1998}">
      <dgm:prSet phldrT="[Testo]" custT="1"/>
      <dgm:spPr>
        <a:ln>
          <a:solidFill>
            <a:schemeClr val="tx1"/>
          </a:solidFill>
        </a:ln>
      </dgm:spPr>
      <dgm:t>
        <a:bodyPr/>
        <a:lstStyle/>
        <a:p>
          <a:pPr algn="ctr">
            <a:buNone/>
          </a:pPr>
          <a:r>
            <a:rPr lang="it-IT" sz="2400" b="1" kern="1200" spc="-41">
              <a:solidFill>
                <a:schemeClr val="tx1"/>
              </a:solidFill>
              <a:latin typeface="Helvetica World Bold"/>
              <a:ea typeface="Helvetica World Bold"/>
              <a:cs typeface="Helvetica World Bold"/>
            </a:rPr>
            <a:t>Migliore allocazione delle risorse</a:t>
          </a:r>
        </a:p>
      </dgm:t>
    </dgm:pt>
    <dgm:pt modelId="{FC3A5B2F-A0A7-4ADB-ABA4-DD393E6826FC}" type="parTrans" cxnId="{33048755-1ED7-446A-BF66-4C34B7F28897}">
      <dgm:prSet/>
      <dgm:spPr/>
      <dgm:t>
        <a:bodyPr/>
        <a:lstStyle/>
        <a:p>
          <a:endParaRPr lang="it-IT"/>
        </a:p>
      </dgm:t>
    </dgm:pt>
    <dgm:pt modelId="{A059ECC1-790C-4B2D-BAEF-40D06DC88DED}" type="sibTrans" cxnId="{33048755-1ED7-446A-BF66-4C34B7F28897}">
      <dgm:prSet/>
      <dgm:spPr/>
      <dgm:t>
        <a:bodyPr/>
        <a:lstStyle/>
        <a:p>
          <a:endParaRPr lang="it-IT"/>
        </a:p>
      </dgm:t>
    </dgm:pt>
    <dgm:pt modelId="{FF7E2B0B-72EB-432D-9781-1C93ED688D86}" type="pres">
      <dgm:prSet presAssocID="{88F0E40B-B4FA-4D10-A6E7-4C42EE380D02}" presName="linearFlow" presStyleCnt="0">
        <dgm:presLayoutVars>
          <dgm:dir/>
          <dgm:animLvl val="lvl"/>
          <dgm:resizeHandles val="exact"/>
        </dgm:presLayoutVars>
      </dgm:prSet>
      <dgm:spPr/>
    </dgm:pt>
    <dgm:pt modelId="{4B8F99EA-84F2-4C8D-9514-F0AEBEEF1BFE}" type="pres">
      <dgm:prSet presAssocID="{CD0DA6BA-C3C0-48CD-93A6-7612D1634B63}" presName="composite" presStyleCnt="0"/>
      <dgm:spPr/>
    </dgm:pt>
    <dgm:pt modelId="{1AD0F179-51B7-49AF-8CAE-065A29C236EC}" type="pres">
      <dgm:prSet presAssocID="{CD0DA6BA-C3C0-48CD-93A6-7612D1634B6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F8693B0B-F287-4CD4-9846-ACC5924C6943}" type="pres">
      <dgm:prSet presAssocID="{CD0DA6BA-C3C0-48CD-93A6-7612D1634B63}" presName="descendantText" presStyleLbl="alignAcc1" presStyleIdx="0" presStyleCnt="3">
        <dgm:presLayoutVars>
          <dgm:bulletEnabled val="1"/>
        </dgm:presLayoutVars>
      </dgm:prSet>
      <dgm:spPr/>
    </dgm:pt>
    <dgm:pt modelId="{65ECDF63-A396-4889-BF35-8579AF7E6255}" type="pres">
      <dgm:prSet presAssocID="{1E44C308-ED86-4482-AB1C-6DC70F2E58DB}" presName="sp" presStyleCnt="0"/>
      <dgm:spPr/>
    </dgm:pt>
    <dgm:pt modelId="{B44EB3B0-AD1C-49F8-A1C5-D3FD330E1A5B}" type="pres">
      <dgm:prSet presAssocID="{4E979F56-42CC-47B6-BC7B-ABD51B2AF516}" presName="composite" presStyleCnt="0"/>
      <dgm:spPr/>
    </dgm:pt>
    <dgm:pt modelId="{2F434347-6391-4F51-A73D-920A314D348F}" type="pres">
      <dgm:prSet presAssocID="{4E979F56-42CC-47B6-BC7B-ABD51B2AF51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0E091915-B6C2-4C88-839F-819FB60FD35D}" type="pres">
      <dgm:prSet presAssocID="{4E979F56-42CC-47B6-BC7B-ABD51B2AF516}" presName="descendantText" presStyleLbl="alignAcc1" presStyleIdx="1" presStyleCnt="3">
        <dgm:presLayoutVars>
          <dgm:bulletEnabled val="1"/>
        </dgm:presLayoutVars>
      </dgm:prSet>
      <dgm:spPr/>
    </dgm:pt>
    <dgm:pt modelId="{504CD74D-9ABC-4F61-81A1-355FA7611C1E}" type="pres">
      <dgm:prSet presAssocID="{34FD15C6-CF05-42FC-8A9B-F9EA3127E866}" presName="sp" presStyleCnt="0"/>
      <dgm:spPr/>
    </dgm:pt>
    <dgm:pt modelId="{8A1F0222-F859-4F82-B2E1-99FC5F9F0A67}" type="pres">
      <dgm:prSet presAssocID="{66968BA4-BFBB-4AFC-A406-997FEE38697D}" presName="composite" presStyleCnt="0"/>
      <dgm:spPr/>
    </dgm:pt>
    <dgm:pt modelId="{57CBA30B-5743-4A76-9EB5-C1278DF0B55E}" type="pres">
      <dgm:prSet presAssocID="{66968BA4-BFBB-4AFC-A406-997FEE38697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49DEFF1-9D49-4606-A245-479A50EABBB3}" type="pres">
      <dgm:prSet presAssocID="{66968BA4-BFBB-4AFC-A406-997FEE38697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605CB07-6A33-458F-BE5E-D52825D44854}" type="presOf" srcId="{88F0E40B-B4FA-4D10-A6E7-4C42EE380D02}" destId="{FF7E2B0B-72EB-432D-9781-1C93ED688D86}" srcOrd="0" destOrd="0" presId="urn:microsoft.com/office/officeart/2005/8/layout/chevron2"/>
    <dgm:cxn modelId="{F555E50C-C89C-421E-8233-A13BC263F55B}" srcId="{66968BA4-BFBB-4AFC-A406-997FEE38697D}" destId="{5D87CED5-3967-49D7-9C0F-33FC906B5FE2}" srcOrd="0" destOrd="0" parTransId="{3EFF8C9F-07AA-4501-A0F5-4500D70972AB}" sibTransId="{EB829F6A-8143-47AC-A308-FC5439B44004}"/>
    <dgm:cxn modelId="{7A881419-5CED-4A1B-A68B-D4A33866DE81}" srcId="{4E979F56-42CC-47B6-BC7B-ABD51B2AF516}" destId="{A51309A2-9049-4004-808D-9016753373C5}" srcOrd="0" destOrd="0" parTransId="{E035AC89-B086-4AB6-A7DA-3E087BE1B2D6}" sibTransId="{55ECD7FB-3CD2-4F63-B537-6EED785470ED}"/>
    <dgm:cxn modelId="{59BB9A1E-E671-4CFD-966C-BE1842F939D0}" srcId="{88F0E40B-B4FA-4D10-A6E7-4C42EE380D02}" destId="{4E979F56-42CC-47B6-BC7B-ABD51B2AF516}" srcOrd="1" destOrd="0" parTransId="{E60196DA-168A-42EE-B0A6-B4F4B093644C}" sibTransId="{34FD15C6-CF05-42FC-8A9B-F9EA3127E866}"/>
    <dgm:cxn modelId="{7159004C-4BBA-43F1-8131-16F55E36DDB8}" type="presOf" srcId="{66968BA4-BFBB-4AFC-A406-997FEE38697D}" destId="{57CBA30B-5743-4A76-9EB5-C1278DF0B55E}" srcOrd="0" destOrd="0" presId="urn:microsoft.com/office/officeart/2005/8/layout/chevron2"/>
    <dgm:cxn modelId="{33048755-1ED7-446A-BF66-4C34B7F28897}" srcId="{CD0DA6BA-C3C0-48CD-93A6-7612D1634B63}" destId="{0F6C1519-B881-47A0-9D50-F45DFD8C1998}" srcOrd="0" destOrd="0" parTransId="{FC3A5B2F-A0A7-4ADB-ABA4-DD393E6826FC}" sibTransId="{A059ECC1-790C-4B2D-BAEF-40D06DC88DED}"/>
    <dgm:cxn modelId="{7E7E0256-CD6B-4E1F-BBB4-650F404CA1DC}" type="presOf" srcId="{CD0DA6BA-C3C0-48CD-93A6-7612D1634B63}" destId="{1AD0F179-51B7-49AF-8CAE-065A29C236EC}" srcOrd="0" destOrd="0" presId="urn:microsoft.com/office/officeart/2005/8/layout/chevron2"/>
    <dgm:cxn modelId="{8FBF9A85-40C2-44B2-8C38-B6D575697798}" srcId="{88F0E40B-B4FA-4D10-A6E7-4C42EE380D02}" destId="{CD0DA6BA-C3C0-48CD-93A6-7612D1634B63}" srcOrd="0" destOrd="0" parTransId="{9842EE91-11EF-4F17-8AA3-291A56941D8F}" sibTransId="{1E44C308-ED86-4482-AB1C-6DC70F2E58DB}"/>
    <dgm:cxn modelId="{B215058C-5F1D-4376-B954-1EDC4741C4C1}" type="presOf" srcId="{A51309A2-9049-4004-808D-9016753373C5}" destId="{0E091915-B6C2-4C88-839F-819FB60FD35D}" srcOrd="0" destOrd="0" presId="urn:microsoft.com/office/officeart/2005/8/layout/chevron2"/>
    <dgm:cxn modelId="{EE4493AF-C001-4BC8-ADD2-CD8F6EBCB876}" type="presOf" srcId="{4E979F56-42CC-47B6-BC7B-ABD51B2AF516}" destId="{2F434347-6391-4F51-A73D-920A314D348F}" srcOrd="0" destOrd="0" presId="urn:microsoft.com/office/officeart/2005/8/layout/chevron2"/>
    <dgm:cxn modelId="{EF55CCC6-FB0F-4357-92F2-10F627995231}" srcId="{88F0E40B-B4FA-4D10-A6E7-4C42EE380D02}" destId="{66968BA4-BFBB-4AFC-A406-997FEE38697D}" srcOrd="2" destOrd="0" parTransId="{44453F2C-38F2-4FFE-9538-040B6DCACA87}" sibTransId="{9F6BC94D-A7EB-4E8D-9987-6D32C285F477}"/>
    <dgm:cxn modelId="{9F540EC7-CC72-4303-8AEE-4820239AD35E}" type="presOf" srcId="{5D87CED5-3967-49D7-9C0F-33FC906B5FE2}" destId="{149DEFF1-9D49-4606-A245-479A50EABBB3}" srcOrd="0" destOrd="0" presId="urn:microsoft.com/office/officeart/2005/8/layout/chevron2"/>
    <dgm:cxn modelId="{E70072CD-3FC6-460A-B32E-2F31CB7D1ADC}" type="presOf" srcId="{0F6C1519-B881-47A0-9D50-F45DFD8C1998}" destId="{F8693B0B-F287-4CD4-9846-ACC5924C6943}" srcOrd="0" destOrd="0" presId="urn:microsoft.com/office/officeart/2005/8/layout/chevron2"/>
    <dgm:cxn modelId="{DCF7CC81-50EA-470E-997E-440AF75CFB95}" type="presParOf" srcId="{FF7E2B0B-72EB-432D-9781-1C93ED688D86}" destId="{4B8F99EA-84F2-4C8D-9514-F0AEBEEF1BFE}" srcOrd="0" destOrd="0" presId="urn:microsoft.com/office/officeart/2005/8/layout/chevron2"/>
    <dgm:cxn modelId="{4DC97702-CF0B-4E30-8F2F-5214B741C2AA}" type="presParOf" srcId="{4B8F99EA-84F2-4C8D-9514-F0AEBEEF1BFE}" destId="{1AD0F179-51B7-49AF-8CAE-065A29C236EC}" srcOrd="0" destOrd="0" presId="urn:microsoft.com/office/officeart/2005/8/layout/chevron2"/>
    <dgm:cxn modelId="{6FF954AF-B56D-4E82-94AD-2C5897DCBE9E}" type="presParOf" srcId="{4B8F99EA-84F2-4C8D-9514-F0AEBEEF1BFE}" destId="{F8693B0B-F287-4CD4-9846-ACC5924C6943}" srcOrd="1" destOrd="0" presId="urn:microsoft.com/office/officeart/2005/8/layout/chevron2"/>
    <dgm:cxn modelId="{09973867-49F2-4C4E-983E-858CFF9D6605}" type="presParOf" srcId="{FF7E2B0B-72EB-432D-9781-1C93ED688D86}" destId="{65ECDF63-A396-4889-BF35-8579AF7E6255}" srcOrd="1" destOrd="0" presId="urn:microsoft.com/office/officeart/2005/8/layout/chevron2"/>
    <dgm:cxn modelId="{C2F6F089-E0E9-49FA-B657-64022F2B12F8}" type="presParOf" srcId="{FF7E2B0B-72EB-432D-9781-1C93ED688D86}" destId="{B44EB3B0-AD1C-49F8-A1C5-D3FD330E1A5B}" srcOrd="2" destOrd="0" presId="urn:microsoft.com/office/officeart/2005/8/layout/chevron2"/>
    <dgm:cxn modelId="{948BD2BC-57D4-4C4C-BDF5-DF541483150A}" type="presParOf" srcId="{B44EB3B0-AD1C-49F8-A1C5-D3FD330E1A5B}" destId="{2F434347-6391-4F51-A73D-920A314D348F}" srcOrd="0" destOrd="0" presId="urn:microsoft.com/office/officeart/2005/8/layout/chevron2"/>
    <dgm:cxn modelId="{12783C7B-4627-45D2-A35F-B9C53F5F3181}" type="presParOf" srcId="{B44EB3B0-AD1C-49F8-A1C5-D3FD330E1A5B}" destId="{0E091915-B6C2-4C88-839F-819FB60FD35D}" srcOrd="1" destOrd="0" presId="urn:microsoft.com/office/officeart/2005/8/layout/chevron2"/>
    <dgm:cxn modelId="{B6AE905D-9165-46F6-BC27-4E79853DE703}" type="presParOf" srcId="{FF7E2B0B-72EB-432D-9781-1C93ED688D86}" destId="{504CD74D-9ABC-4F61-81A1-355FA7611C1E}" srcOrd="3" destOrd="0" presId="urn:microsoft.com/office/officeart/2005/8/layout/chevron2"/>
    <dgm:cxn modelId="{CC1A8C82-E080-4BD0-BC2E-D54C073DB395}" type="presParOf" srcId="{FF7E2B0B-72EB-432D-9781-1C93ED688D86}" destId="{8A1F0222-F859-4F82-B2E1-99FC5F9F0A67}" srcOrd="4" destOrd="0" presId="urn:microsoft.com/office/officeart/2005/8/layout/chevron2"/>
    <dgm:cxn modelId="{0E6AA485-142F-4AE3-A671-25448253A58D}" type="presParOf" srcId="{8A1F0222-F859-4F82-B2E1-99FC5F9F0A67}" destId="{57CBA30B-5743-4A76-9EB5-C1278DF0B55E}" srcOrd="0" destOrd="0" presId="urn:microsoft.com/office/officeart/2005/8/layout/chevron2"/>
    <dgm:cxn modelId="{02A488B5-6279-4FEC-9476-D674EC7CA133}" type="presParOf" srcId="{8A1F0222-F859-4F82-B2E1-99FC5F9F0A67}" destId="{149DEFF1-9D49-4606-A245-479A50EABBB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66DE0-C1D8-4567-804D-311848F67746}">
      <dsp:nvSpPr>
        <dsp:cNvPr id="0" name=""/>
        <dsp:cNvSpPr/>
      </dsp:nvSpPr>
      <dsp:spPr>
        <a:xfrm>
          <a:off x="267893" y="3888045"/>
          <a:ext cx="12858882" cy="26789"/>
        </a:xfrm>
        <a:prstGeom prst="rect">
          <a:avLst/>
        </a:prstGeom>
        <a:gradFill flip="none" rotWithShape="1">
          <a:gsLst>
            <a:gs pos="0">
              <a:schemeClr val="accent6">
                <a:lumMod val="0"/>
                <a:lumOff val="100000"/>
              </a:schemeClr>
            </a:gs>
            <a:gs pos="79000">
              <a:schemeClr val="accent6">
                <a:lumMod val="100000"/>
              </a:schemeClr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349B4-B402-4D6A-940E-A653F5C353D5}">
      <dsp:nvSpPr>
        <dsp:cNvPr id="0" name=""/>
        <dsp:cNvSpPr/>
      </dsp:nvSpPr>
      <dsp:spPr>
        <a:xfrm>
          <a:off x="274172" y="355593"/>
          <a:ext cx="4143975" cy="248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it-IT" sz="2800" kern="1200" dirty="0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Molti Edifici</a:t>
          </a:r>
        </a:p>
      </dsp:txBody>
      <dsp:txXfrm>
        <a:off x="274172" y="355593"/>
        <a:ext cx="4143975" cy="2487168"/>
      </dsp:txXfrm>
    </dsp:sp>
    <dsp:sp modelId="{5048D07B-EF52-480A-9175-6C91B1B13635}">
      <dsp:nvSpPr>
        <dsp:cNvPr id="0" name=""/>
        <dsp:cNvSpPr/>
      </dsp:nvSpPr>
      <dsp:spPr>
        <a:xfrm>
          <a:off x="2199855" y="3755136"/>
          <a:ext cx="292608" cy="29260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53212-8DE0-43A7-A64E-ADF619C88478}">
      <dsp:nvSpPr>
        <dsp:cNvPr id="0" name=""/>
        <dsp:cNvSpPr/>
      </dsp:nvSpPr>
      <dsp:spPr>
        <a:xfrm>
          <a:off x="274172" y="4527296"/>
          <a:ext cx="4143975" cy="3600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 </a:t>
          </a:r>
        </a:p>
      </dsp:txBody>
      <dsp:txXfrm>
        <a:off x="274172" y="4527296"/>
        <a:ext cx="4143975" cy="3600704"/>
      </dsp:txXfrm>
    </dsp:sp>
    <dsp:sp modelId="{75D81758-4B93-446F-8574-FF701E9BC659}">
      <dsp:nvSpPr>
        <dsp:cNvPr id="0" name=""/>
        <dsp:cNvSpPr/>
      </dsp:nvSpPr>
      <dsp:spPr>
        <a:xfrm>
          <a:off x="4625346" y="355593"/>
          <a:ext cx="4143975" cy="248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it-IT" sz="2800" kern="1200" dirty="0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Molti Interventi</a:t>
          </a:r>
        </a:p>
      </dsp:txBody>
      <dsp:txXfrm>
        <a:off x="4625346" y="355593"/>
        <a:ext cx="4143975" cy="2487168"/>
      </dsp:txXfrm>
    </dsp:sp>
    <dsp:sp modelId="{7B5D787B-20F3-4D55-88E1-C95DAF70F73A}">
      <dsp:nvSpPr>
        <dsp:cNvPr id="0" name=""/>
        <dsp:cNvSpPr/>
      </dsp:nvSpPr>
      <dsp:spPr>
        <a:xfrm>
          <a:off x="6551030" y="3755136"/>
          <a:ext cx="292608" cy="29260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AE6DB-BB58-4002-A84A-CFE9A1A0536D}">
      <dsp:nvSpPr>
        <dsp:cNvPr id="0" name=""/>
        <dsp:cNvSpPr/>
      </dsp:nvSpPr>
      <dsp:spPr>
        <a:xfrm>
          <a:off x="4625346" y="4527296"/>
          <a:ext cx="4143975" cy="3600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 </a:t>
          </a:r>
        </a:p>
      </dsp:txBody>
      <dsp:txXfrm>
        <a:off x="4625346" y="4527296"/>
        <a:ext cx="4143975" cy="3600704"/>
      </dsp:txXfrm>
    </dsp:sp>
    <dsp:sp modelId="{E6695489-BBD2-408E-9AFA-E453DAD68A39}">
      <dsp:nvSpPr>
        <dsp:cNvPr id="0" name=""/>
        <dsp:cNvSpPr/>
      </dsp:nvSpPr>
      <dsp:spPr>
        <a:xfrm>
          <a:off x="8976521" y="355593"/>
          <a:ext cx="4143975" cy="248716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it-IT" sz="2800" kern="1200">
              <a:solidFill>
                <a:schemeClr val="bg1"/>
              </a:solidFill>
              <a:latin typeface="Helvetica World Bold" panose="020B0604020202020204" charset="-128"/>
              <a:ea typeface="Helvetica World Bold" panose="020B0604020202020204" charset="-128"/>
              <a:cs typeface="Helvetica World Bold" panose="020B0604020202020204" charset="-128"/>
            </a:rPr>
            <a:t>Budget limitato</a:t>
          </a:r>
        </a:p>
      </dsp:txBody>
      <dsp:txXfrm>
        <a:off x="8976521" y="355593"/>
        <a:ext cx="4143975" cy="2487168"/>
      </dsp:txXfrm>
    </dsp:sp>
    <dsp:sp modelId="{759A4811-CCC2-430E-9992-35126F307EE7}">
      <dsp:nvSpPr>
        <dsp:cNvPr id="0" name=""/>
        <dsp:cNvSpPr/>
      </dsp:nvSpPr>
      <dsp:spPr>
        <a:xfrm>
          <a:off x="10902205" y="3755136"/>
          <a:ext cx="292608" cy="292608"/>
        </a:xfrm>
        <a:prstGeom prst="ellipse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76BD6-5EA3-47B6-B6ED-964368ECD32F}">
      <dsp:nvSpPr>
        <dsp:cNvPr id="0" name=""/>
        <dsp:cNvSpPr/>
      </dsp:nvSpPr>
      <dsp:spPr>
        <a:xfrm>
          <a:off x="8976521" y="4527296"/>
          <a:ext cx="4143975" cy="3600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/>
            <a:t>  </a:t>
          </a:r>
        </a:p>
      </dsp:txBody>
      <dsp:txXfrm>
        <a:off x="8976521" y="4527296"/>
        <a:ext cx="4143975" cy="360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0F179-51B7-49AF-8CAE-065A29C236EC}">
      <dsp:nvSpPr>
        <dsp:cNvPr id="0" name=""/>
        <dsp:cNvSpPr/>
      </dsp:nvSpPr>
      <dsp:spPr>
        <a:xfrm rot="5400000">
          <a:off x="-232841" y="232889"/>
          <a:ext cx="1552277" cy="1086594"/>
        </a:xfrm>
        <a:prstGeom prst="chevron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ECONOMICI</a:t>
          </a:r>
          <a:endParaRPr lang="it-IT" sz="1200" kern="1200"/>
        </a:p>
      </dsp:txBody>
      <dsp:txXfrm rot="-5400000">
        <a:off x="1" y="543344"/>
        <a:ext cx="1086594" cy="465683"/>
      </dsp:txXfrm>
    </dsp:sp>
    <dsp:sp modelId="{F8693B0B-F287-4CD4-9846-ACC5924C6943}">
      <dsp:nvSpPr>
        <dsp:cNvPr id="0" name=""/>
        <dsp:cNvSpPr/>
      </dsp:nvSpPr>
      <dsp:spPr>
        <a:xfrm rot="5400000">
          <a:off x="3874824" y="-2788182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schemeClr val="tx1"/>
              </a:solidFill>
              <a:latin typeface="Helvetica World Bold"/>
              <a:ea typeface="Helvetica World Bold"/>
              <a:cs typeface="Helvetica World Bold"/>
            </a:rPr>
            <a:t>Migliore allocazione delle risorse</a:t>
          </a:r>
        </a:p>
      </dsp:txBody>
      <dsp:txXfrm rot="-5400000">
        <a:off x="1086594" y="49302"/>
        <a:ext cx="6536186" cy="910472"/>
      </dsp:txXfrm>
    </dsp:sp>
    <dsp:sp modelId="{2F434347-6391-4F51-A73D-920A314D348F}">
      <dsp:nvSpPr>
        <dsp:cNvPr id="0" name=""/>
        <dsp:cNvSpPr/>
      </dsp:nvSpPr>
      <dsp:spPr>
        <a:xfrm rot="5400000">
          <a:off x="-232841" y="1590302"/>
          <a:ext cx="1552277" cy="1086594"/>
        </a:xfrm>
        <a:prstGeom prst="chevron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ORGANIZZATIVI</a:t>
          </a:r>
          <a:endParaRPr lang="it-IT" sz="1200" kern="1200"/>
        </a:p>
      </dsp:txBody>
      <dsp:txXfrm rot="-5400000">
        <a:off x="1" y="1900757"/>
        <a:ext cx="1086594" cy="465683"/>
      </dsp:txXfrm>
    </dsp:sp>
    <dsp:sp modelId="{0E091915-B6C2-4C88-839F-819FB60FD35D}">
      <dsp:nvSpPr>
        <dsp:cNvPr id="0" name=""/>
        <dsp:cNvSpPr/>
      </dsp:nvSpPr>
      <dsp:spPr>
        <a:xfrm rot="5400000">
          <a:off x="3874824" y="-1430768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Scenari confrontabili e verificabili</a:t>
          </a:r>
        </a:p>
      </dsp:txBody>
      <dsp:txXfrm rot="-5400000">
        <a:off x="1086594" y="1406716"/>
        <a:ext cx="6536186" cy="910472"/>
      </dsp:txXfrm>
    </dsp:sp>
    <dsp:sp modelId="{57CBA30B-5743-4A76-9EB5-C1278DF0B55E}">
      <dsp:nvSpPr>
        <dsp:cNvPr id="0" name=""/>
        <dsp:cNvSpPr/>
      </dsp:nvSpPr>
      <dsp:spPr>
        <a:xfrm rot="5400000">
          <a:off x="-232841" y="2947716"/>
          <a:ext cx="1552277" cy="1086594"/>
        </a:xfrm>
        <a:prstGeom prst="chevron">
          <a:avLst/>
        </a:prstGeom>
        <a:solidFill>
          <a:srgbClr val="92D05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DECISIONALI</a:t>
          </a:r>
          <a:endParaRPr lang="it-IT" sz="1200" kern="1200"/>
        </a:p>
      </dsp:txBody>
      <dsp:txXfrm rot="-5400000">
        <a:off x="1" y="3258171"/>
        <a:ext cx="1086594" cy="465683"/>
      </dsp:txXfrm>
    </dsp:sp>
    <dsp:sp modelId="{149DEFF1-9D49-4606-A245-479A50EABBB3}">
      <dsp:nvSpPr>
        <dsp:cNvPr id="0" name=""/>
        <dsp:cNvSpPr/>
      </dsp:nvSpPr>
      <dsp:spPr>
        <a:xfrm rot="5400000">
          <a:off x="3874824" y="-73355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Scelte ponderate, non automatiche</a:t>
          </a:r>
        </a:p>
      </dsp:txBody>
      <dsp:txXfrm rot="-5400000">
        <a:off x="1086594" y="2764129"/>
        <a:ext cx="6536186" cy="9104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BFEB2-9DD7-4E19-BE1C-6476C03A8DDA}">
      <dsp:nvSpPr>
        <dsp:cNvPr id="0" name=""/>
        <dsp:cNvSpPr/>
      </dsp:nvSpPr>
      <dsp:spPr>
        <a:xfrm>
          <a:off x="2399085" y="0"/>
          <a:ext cx="2691649" cy="269172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CF4EE-7446-429F-BC79-6604662657DE}">
      <dsp:nvSpPr>
        <dsp:cNvPr id="0" name=""/>
        <dsp:cNvSpPr/>
      </dsp:nvSpPr>
      <dsp:spPr>
        <a:xfrm>
          <a:off x="2993560" y="974514"/>
          <a:ext cx="1501728" cy="75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Valutare un intervento</a:t>
          </a:r>
        </a:p>
      </dsp:txBody>
      <dsp:txXfrm>
        <a:off x="2993560" y="974514"/>
        <a:ext cx="1501728" cy="750775"/>
      </dsp:txXfrm>
    </dsp:sp>
    <dsp:sp modelId="{E7C7CBB9-F2CD-40F4-887A-528A704A59B3}">
      <dsp:nvSpPr>
        <dsp:cNvPr id="0" name=""/>
        <dsp:cNvSpPr/>
      </dsp:nvSpPr>
      <dsp:spPr>
        <a:xfrm>
          <a:off x="1748058" y="1725289"/>
          <a:ext cx="2312332" cy="2313310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E1710-649B-4654-9FC0-70F6049E43D3}">
      <dsp:nvSpPr>
        <dsp:cNvPr id="0" name=""/>
        <dsp:cNvSpPr/>
      </dsp:nvSpPr>
      <dsp:spPr>
        <a:xfrm>
          <a:off x="2137814" y="2524125"/>
          <a:ext cx="1501728" cy="75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Allocare un budget</a:t>
          </a:r>
        </a:p>
      </dsp:txBody>
      <dsp:txXfrm>
        <a:off x="2137814" y="2524125"/>
        <a:ext cx="1501728" cy="7507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BFEB2-9DD7-4E19-BE1C-6476C03A8DDA}">
      <dsp:nvSpPr>
        <dsp:cNvPr id="0" name=""/>
        <dsp:cNvSpPr/>
      </dsp:nvSpPr>
      <dsp:spPr>
        <a:xfrm>
          <a:off x="2399085" y="0"/>
          <a:ext cx="2691649" cy="2691726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CF4EE-7446-429F-BC79-6604662657DE}">
      <dsp:nvSpPr>
        <dsp:cNvPr id="0" name=""/>
        <dsp:cNvSpPr/>
      </dsp:nvSpPr>
      <dsp:spPr>
        <a:xfrm>
          <a:off x="2993560" y="974514"/>
          <a:ext cx="1501728" cy="75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Valutare un intervento</a:t>
          </a:r>
        </a:p>
      </dsp:txBody>
      <dsp:txXfrm>
        <a:off x="2993560" y="974514"/>
        <a:ext cx="1501728" cy="750775"/>
      </dsp:txXfrm>
    </dsp:sp>
    <dsp:sp modelId="{E7C7CBB9-F2CD-40F4-887A-528A704A59B3}">
      <dsp:nvSpPr>
        <dsp:cNvPr id="0" name=""/>
        <dsp:cNvSpPr/>
      </dsp:nvSpPr>
      <dsp:spPr>
        <a:xfrm>
          <a:off x="1748058" y="1725289"/>
          <a:ext cx="2312332" cy="2313310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E1710-649B-4654-9FC0-70F6049E43D3}">
      <dsp:nvSpPr>
        <dsp:cNvPr id="0" name=""/>
        <dsp:cNvSpPr/>
      </dsp:nvSpPr>
      <dsp:spPr>
        <a:xfrm>
          <a:off x="2137814" y="2524125"/>
          <a:ext cx="1501728" cy="750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kern="1200" spc="-36">
              <a:solidFill>
                <a:schemeClr val="bg1"/>
              </a:solidFill>
              <a:latin typeface="Helvetica World"/>
              <a:ea typeface="Helvetica World"/>
              <a:cs typeface="Helvetica World"/>
            </a:rPr>
            <a:t>Allocare un budget</a:t>
          </a:r>
        </a:p>
      </dsp:txBody>
      <dsp:txXfrm>
        <a:off x="2137814" y="2524125"/>
        <a:ext cx="1501728" cy="7507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0F179-51B7-49AF-8CAE-065A29C236EC}">
      <dsp:nvSpPr>
        <dsp:cNvPr id="0" name=""/>
        <dsp:cNvSpPr/>
      </dsp:nvSpPr>
      <dsp:spPr>
        <a:xfrm rot="5400000">
          <a:off x="-232841" y="232889"/>
          <a:ext cx="1552277" cy="1086594"/>
        </a:xfrm>
        <a:prstGeom prst="chevron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ECONOMICI</a:t>
          </a:r>
          <a:endParaRPr lang="it-IT" sz="1200" kern="1200"/>
        </a:p>
      </dsp:txBody>
      <dsp:txXfrm rot="-5400000">
        <a:off x="1" y="543344"/>
        <a:ext cx="1086594" cy="465683"/>
      </dsp:txXfrm>
    </dsp:sp>
    <dsp:sp modelId="{F8693B0B-F287-4CD4-9846-ACC5924C6943}">
      <dsp:nvSpPr>
        <dsp:cNvPr id="0" name=""/>
        <dsp:cNvSpPr/>
      </dsp:nvSpPr>
      <dsp:spPr>
        <a:xfrm rot="5400000">
          <a:off x="3874824" y="-2788182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schemeClr val="tx1"/>
              </a:solidFill>
              <a:latin typeface="Helvetica World Bold"/>
              <a:ea typeface="Helvetica World Bold"/>
              <a:cs typeface="Helvetica World Bold"/>
            </a:rPr>
            <a:t>Migliore allocazione delle risorse</a:t>
          </a:r>
        </a:p>
      </dsp:txBody>
      <dsp:txXfrm rot="-5400000">
        <a:off x="1086594" y="49302"/>
        <a:ext cx="6536186" cy="910472"/>
      </dsp:txXfrm>
    </dsp:sp>
    <dsp:sp modelId="{2F434347-6391-4F51-A73D-920A314D348F}">
      <dsp:nvSpPr>
        <dsp:cNvPr id="0" name=""/>
        <dsp:cNvSpPr/>
      </dsp:nvSpPr>
      <dsp:spPr>
        <a:xfrm rot="5400000">
          <a:off x="-232841" y="1590302"/>
          <a:ext cx="1552277" cy="1086594"/>
        </a:xfrm>
        <a:prstGeom prst="chevron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ORGANIZZATIVI</a:t>
          </a:r>
          <a:endParaRPr lang="it-IT" sz="1200" kern="1200"/>
        </a:p>
      </dsp:txBody>
      <dsp:txXfrm rot="-5400000">
        <a:off x="1" y="1900757"/>
        <a:ext cx="1086594" cy="465683"/>
      </dsp:txXfrm>
    </dsp:sp>
    <dsp:sp modelId="{0E091915-B6C2-4C88-839F-819FB60FD35D}">
      <dsp:nvSpPr>
        <dsp:cNvPr id="0" name=""/>
        <dsp:cNvSpPr/>
      </dsp:nvSpPr>
      <dsp:spPr>
        <a:xfrm rot="5400000">
          <a:off x="3874824" y="-1430768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ctr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Scenari confrontabili e verificabili</a:t>
          </a:r>
        </a:p>
      </dsp:txBody>
      <dsp:txXfrm rot="-5400000">
        <a:off x="1086594" y="1406716"/>
        <a:ext cx="6536186" cy="910472"/>
      </dsp:txXfrm>
    </dsp:sp>
    <dsp:sp modelId="{57CBA30B-5743-4A76-9EB5-C1278DF0B55E}">
      <dsp:nvSpPr>
        <dsp:cNvPr id="0" name=""/>
        <dsp:cNvSpPr/>
      </dsp:nvSpPr>
      <dsp:spPr>
        <a:xfrm rot="5400000">
          <a:off x="-232841" y="2947716"/>
          <a:ext cx="1552277" cy="1086594"/>
        </a:xfrm>
        <a:prstGeom prst="chevron">
          <a:avLst/>
        </a:prstGeom>
        <a:solidFill>
          <a:srgbClr val="92D050"/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DECISIONALI</a:t>
          </a:r>
          <a:endParaRPr lang="it-IT" sz="1200" kern="1200"/>
        </a:p>
      </dsp:txBody>
      <dsp:txXfrm rot="-5400000">
        <a:off x="1" y="3258171"/>
        <a:ext cx="1086594" cy="465683"/>
      </dsp:txXfrm>
    </dsp:sp>
    <dsp:sp modelId="{149DEFF1-9D49-4606-A245-479A50EABBB3}">
      <dsp:nvSpPr>
        <dsp:cNvPr id="0" name=""/>
        <dsp:cNvSpPr/>
      </dsp:nvSpPr>
      <dsp:spPr>
        <a:xfrm rot="5400000">
          <a:off x="3874824" y="-73355"/>
          <a:ext cx="1008980" cy="65854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85750" lvl="1" indent="-285750" algn="ctr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b="1" kern="1200" spc="-41">
              <a:solidFill>
                <a:prstClr val="black"/>
              </a:solidFill>
              <a:latin typeface="Helvetica World Bold"/>
              <a:ea typeface="Helvetica World Bold"/>
              <a:cs typeface="Helvetica World Bold"/>
            </a:rPr>
            <a:t>Scelte ponderate, non automatiche</a:t>
          </a:r>
        </a:p>
      </dsp:txBody>
      <dsp:txXfrm rot="-5400000">
        <a:off x="1086594" y="2764129"/>
        <a:ext cx="6536186" cy="910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E54E1-6CEB-4D7D-90ED-89F59D768395}" type="datetimeFigureOut">
              <a:rPr lang="it-IT" smtClean="0"/>
              <a:t>07/10/2026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320F1-D379-41B0-9BFE-4051DAA3E4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0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20F1-D379-41B0-9BFE-4051DAA3E4C2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2331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20F1-D379-41B0-9BFE-4051DAA3E4C2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25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8E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microsoft.com/office/2007/relationships/hdphoto" Target="../media/hdphoto4.wdp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3.png"/><Relationship Id="rId10" Type="http://schemas.microsoft.com/office/2007/relationships/hdphoto" Target="../media/hdphoto3.wdp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image" Target="../media/image3.png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image" Target="../media/image7.png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microsoft.com/office/2007/relationships/diagramDrawing" Target="../diagrams/drawing2.xml"/><Relationship Id="rId5" Type="http://schemas.openxmlformats.org/officeDocument/2006/relationships/image" Target="../media/image9.png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image" Target="../media/image8.png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diagramColors" Target="../diagrams/colors5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4.xml"/><Relationship Id="rId12" Type="http://schemas.openxmlformats.org/officeDocument/2006/relationships/diagramQuickStyle" Target="../diagrams/quickStyl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11" Type="http://schemas.openxmlformats.org/officeDocument/2006/relationships/diagramLayout" Target="../diagrams/layout5.xml"/><Relationship Id="rId5" Type="http://schemas.openxmlformats.org/officeDocument/2006/relationships/diagramData" Target="../diagrams/data4.xml"/><Relationship Id="rId10" Type="http://schemas.openxmlformats.org/officeDocument/2006/relationships/diagramData" Target="../diagrams/data5.xml"/><Relationship Id="rId4" Type="http://schemas.openxmlformats.org/officeDocument/2006/relationships/image" Target="../media/image8.png"/><Relationship Id="rId9" Type="http://schemas.microsoft.com/office/2007/relationships/diagramDrawing" Target="../diagrams/drawing4.xml"/><Relationship Id="rId14" Type="http://schemas.microsoft.com/office/2007/relationships/diagramDrawing" Target="../diagrams/drawin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72C6-730E-4743-D3CD-0FBE7DAD5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49C1CDB-3233-AD85-9C8C-20B1F5FDD2B3}"/>
              </a:ext>
            </a:extLst>
          </p:cNvPr>
          <p:cNvSpPr txBox="1"/>
          <p:nvPr/>
        </p:nvSpPr>
        <p:spPr>
          <a:xfrm>
            <a:off x="5105400" y="-4533900"/>
            <a:ext cx="19067667" cy="52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84"/>
              </a:lnSpc>
            </a:pPr>
            <a:r>
              <a:rPr lang="en-US" sz="39887" b="1" spc="-1675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TEPO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4FB2AAA0-ECF5-7802-0417-14F7F1417634}"/>
              </a:ext>
            </a:extLst>
          </p:cNvPr>
          <p:cNvGrpSpPr/>
          <p:nvPr/>
        </p:nvGrpSpPr>
        <p:grpSpPr>
          <a:xfrm>
            <a:off x="5181600" y="-647700"/>
            <a:ext cx="3086100" cy="464881"/>
            <a:chOff x="0" y="0"/>
            <a:chExt cx="812800" cy="12243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632BBAE-E22B-D132-4782-B1650F51494F}"/>
                </a:ext>
              </a:extLst>
            </p:cNvPr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EC3139B-5ACA-7609-37FA-03CA679AB9CF}"/>
                </a:ext>
              </a:extLst>
            </p:cNvPr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3">
            <a:extLst>
              <a:ext uri="{FF2B5EF4-FFF2-40B4-BE49-F238E27FC236}">
                <a16:creationId xmlns:a16="http://schemas.microsoft.com/office/drawing/2014/main" id="{0B8A394F-471C-6B37-A876-C300F91740EC}"/>
              </a:ext>
            </a:extLst>
          </p:cNvPr>
          <p:cNvSpPr txBox="1"/>
          <p:nvPr/>
        </p:nvSpPr>
        <p:spPr>
          <a:xfrm>
            <a:off x="8903803" y="-585758"/>
            <a:ext cx="1123057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soluzione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0BACC272-B3D2-5F0A-FD40-A39C983CD586}"/>
              </a:ext>
            </a:extLst>
          </p:cNvPr>
          <p:cNvSpPr txBox="1"/>
          <p:nvPr/>
        </p:nvSpPr>
        <p:spPr>
          <a:xfrm>
            <a:off x="11508837" y="-585758"/>
            <a:ext cx="1399634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benefici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1496FE6-EACD-6E0D-07C7-6EDA4537D031}"/>
              </a:ext>
            </a:extLst>
          </p:cNvPr>
          <p:cNvSpPr txBox="1"/>
          <p:nvPr/>
        </p:nvSpPr>
        <p:spPr>
          <a:xfrm>
            <a:off x="5379528" y="-612436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problema</a:t>
            </a:r>
            <a:endParaRPr lang="en-US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A56CDD5-0719-F1FA-512A-27487A52FB7B}"/>
              </a:ext>
            </a:extLst>
          </p:cNvPr>
          <p:cNvSpPr txBox="1"/>
          <p:nvPr/>
        </p:nvSpPr>
        <p:spPr>
          <a:xfrm>
            <a:off x="5978376" y="11987584"/>
            <a:ext cx="11547624" cy="394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3600" b="1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05/10/26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CFFF869F-5212-8978-EA05-88F68A69E931}"/>
              </a:ext>
            </a:extLst>
          </p:cNvPr>
          <p:cNvSpPr txBox="1"/>
          <p:nvPr/>
        </p:nvSpPr>
        <p:spPr>
          <a:xfrm>
            <a:off x="5943600" y="10782300"/>
            <a:ext cx="11547624" cy="895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Aft>
                <a:spcPts val="800"/>
              </a:spcAft>
            </a:pPr>
            <a:r>
              <a:rPr lang="en-US" sz="4400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Mirco Negri, Gabriele Duca, </a:t>
            </a:r>
          </a:p>
          <a:p>
            <a:pPr algn="r">
              <a:lnSpc>
                <a:spcPts val="2939"/>
              </a:lnSpc>
              <a:spcAft>
                <a:spcPts val="800"/>
              </a:spcAft>
            </a:pPr>
            <a:r>
              <a:rPr lang="en-US" sz="4400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Riccardo </a:t>
            </a:r>
            <a:r>
              <a:rPr lang="en-US" sz="4400" spc="-41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Scheda</a:t>
            </a:r>
            <a:endParaRPr lang="en-US" sz="4400" spc="-41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64DF3059-F25E-65B2-3EDC-0A0CAECE6D24}"/>
              </a:ext>
            </a:extLst>
          </p:cNvPr>
          <p:cNvSpPr txBox="1"/>
          <p:nvPr/>
        </p:nvSpPr>
        <p:spPr>
          <a:xfrm>
            <a:off x="15503376" y="4249436"/>
            <a:ext cx="1154762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4400" i="1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Trento Energy Portfolio </a:t>
            </a:r>
            <a:r>
              <a:rPr lang="it-IT" sz="4400" i="1" err="1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Optimizer</a:t>
            </a:r>
            <a:endParaRPr lang="en-US" sz="4400" spc="-41">
              <a:solidFill>
                <a:schemeClr val="bg1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Helvetica World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4BF7E66-1594-5FA9-A3C3-EE5DB64BC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74124" y="6338932"/>
            <a:ext cx="14863258" cy="10296776"/>
          </a:xfrm>
          <a:prstGeom prst="rect">
            <a:avLst/>
          </a:prstGeom>
        </p:spPr>
      </p:pic>
      <p:pic>
        <p:nvPicPr>
          <p:cNvPr id="7" name="Immagine 6" descr="S.T.H.D.&#10;&#10;Il contenuto generato dall'IA potrebbe non essere corretto.">
            <a:extLst>
              <a:ext uri="{FF2B5EF4-FFF2-40B4-BE49-F238E27FC236}">
                <a16:creationId xmlns:a16="http://schemas.microsoft.com/office/drawing/2014/main" id="{A041DD50-85FB-CBEA-1231-E5027370E4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356" y="-3569690"/>
            <a:ext cx="2059925" cy="263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10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The image depicts a picturesque medieval town square with a large, ornate fountain at its center, surrounded by historical buildings and a prominent clock tower.&#10;&#10;Il contenuto generato dall'IA potrebbe non essere corretto.">
            <a:extLst>
              <a:ext uri="{FF2B5EF4-FFF2-40B4-BE49-F238E27FC236}">
                <a16:creationId xmlns:a16="http://schemas.microsoft.com/office/drawing/2014/main" id="{8E0A0EDB-FCEF-9787-CABD-122559043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" b="18148"/>
          <a:stretch>
            <a:fillRect/>
          </a:stretch>
        </p:blipFill>
        <p:spPr>
          <a:xfrm>
            <a:off x="0" y="9753600"/>
            <a:ext cx="18288000" cy="84201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5105400" y="-114300"/>
            <a:ext cx="19067667" cy="5219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84"/>
              </a:lnSpc>
            </a:pPr>
            <a:r>
              <a:rPr lang="en-US" sz="39887" b="1" spc="-1675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TEPO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181600" y="-647700"/>
            <a:ext cx="3086100" cy="464881"/>
            <a:chOff x="0" y="0"/>
            <a:chExt cx="812800" cy="1224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3">
            <a:extLst>
              <a:ext uri="{FF2B5EF4-FFF2-40B4-BE49-F238E27FC236}">
                <a16:creationId xmlns:a16="http://schemas.microsoft.com/office/drawing/2014/main" id="{7190FC97-7637-5D1B-4D23-0D9447A427A7}"/>
              </a:ext>
            </a:extLst>
          </p:cNvPr>
          <p:cNvSpPr txBox="1"/>
          <p:nvPr/>
        </p:nvSpPr>
        <p:spPr>
          <a:xfrm>
            <a:off x="8903803" y="-585758"/>
            <a:ext cx="1123057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soluzione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37F444B5-75CC-50D3-FE2A-132386E8885A}"/>
              </a:ext>
            </a:extLst>
          </p:cNvPr>
          <p:cNvSpPr txBox="1"/>
          <p:nvPr/>
        </p:nvSpPr>
        <p:spPr>
          <a:xfrm>
            <a:off x="11508837" y="-585758"/>
            <a:ext cx="1399634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benefici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130E0C8-B5DC-620B-9F02-726A2A186132}"/>
              </a:ext>
            </a:extLst>
          </p:cNvPr>
          <p:cNvSpPr txBox="1"/>
          <p:nvPr/>
        </p:nvSpPr>
        <p:spPr>
          <a:xfrm>
            <a:off x="5379528" y="-612436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problema</a:t>
            </a:r>
            <a:endParaRPr lang="en-US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774C070-F390-A6A4-0B9B-2E002D4C0AD1}"/>
              </a:ext>
            </a:extLst>
          </p:cNvPr>
          <p:cNvSpPr txBox="1"/>
          <p:nvPr/>
        </p:nvSpPr>
        <p:spPr>
          <a:xfrm>
            <a:off x="5978376" y="8787184"/>
            <a:ext cx="11547624" cy="394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3600" b="1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05/10/26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0DE1CCD0-DC6B-C19A-7AC2-B2893D5368A9}"/>
              </a:ext>
            </a:extLst>
          </p:cNvPr>
          <p:cNvSpPr txBox="1"/>
          <p:nvPr/>
        </p:nvSpPr>
        <p:spPr>
          <a:xfrm>
            <a:off x="5943600" y="7581900"/>
            <a:ext cx="11547624" cy="895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Aft>
                <a:spcPts val="800"/>
              </a:spcAft>
            </a:pPr>
            <a:r>
              <a:rPr lang="en-US" sz="4400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Mirco Negri, Gabriele Duca, </a:t>
            </a:r>
          </a:p>
          <a:p>
            <a:pPr algn="r">
              <a:lnSpc>
                <a:spcPts val="2939"/>
              </a:lnSpc>
              <a:spcAft>
                <a:spcPts val="800"/>
              </a:spcAft>
            </a:pPr>
            <a:r>
              <a:rPr lang="en-US" sz="4400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Riccardo </a:t>
            </a:r>
            <a:r>
              <a:rPr lang="en-US" sz="4400" spc="-41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Scheda</a:t>
            </a:r>
            <a:endParaRPr lang="en-US" sz="4400" spc="-41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6B0FBCB2-32E0-7CAE-5D60-00A8CD541AE8}"/>
              </a:ext>
            </a:extLst>
          </p:cNvPr>
          <p:cNvSpPr txBox="1"/>
          <p:nvPr/>
        </p:nvSpPr>
        <p:spPr>
          <a:xfrm>
            <a:off x="5978376" y="4249436"/>
            <a:ext cx="1154762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4400" i="1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Trento Energy Portfolio </a:t>
            </a:r>
            <a:r>
              <a:rPr lang="it-IT" sz="4400" i="1" err="1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Optimizer</a:t>
            </a:r>
            <a:endParaRPr lang="en-US" sz="4400" spc="-41">
              <a:solidFill>
                <a:schemeClr val="bg1"/>
              </a:solidFill>
              <a:latin typeface="Helvetica World" panose="020B0604020202020204" charset="-128"/>
              <a:ea typeface="Helvetica World" panose="020B0604020202020204" charset="-128"/>
              <a:cs typeface="Helvetica World" panose="020B0604020202020204" charset="-128"/>
              <a:sym typeface="Helvetica World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9187849-A66D-4E0E-C22C-8A5E7E7B3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776"/>
            <a:ext cx="14863258" cy="10296776"/>
          </a:xfrm>
          <a:prstGeom prst="rect">
            <a:avLst/>
          </a:prstGeom>
        </p:spPr>
      </p:pic>
      <p:pic>
        <p:nvPicPr>
          <p:cNvPr id="15" name="Immagine 14" descr="S.T.H.D.&#10;&#10;Il contenuto generato dall'IA potrebbe non essere corretto.">
            <a:extLst>
              <a:ext uri="{FF2B5EF4-FFF2-40B4-BE49-F238E27FC236}">
                <a16:creationId xmlns:a16="http://schemas.microsoft.com/office/drawing/2014/main" id="{E2E2842D-7212-F408-EC96-58CCC4DE2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356" y="826936"/>
            <a:ext cx="2059925" cy="2631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04902" y="1758270"/>
            <a:ext cx="15655158" cy="3690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7200" b="1" dirty="0">
                <a:solidFill>
                  <a:schemeClr val="bg1"/>
                </a:solidFill>
              </a:rPr>
              <a:t>Il problema non è solo consumare meno.</a:t>
            </a:r>
          </a:p>
          <a:p>
            <a:r>
              <a:rPr lang="it-IT" sz="7200" b="1" dirty="0">
                <a:solidFill>
                  <a:schemeClr val="bg1"/>
                </a:solidFill>
              </a:rPr>
              <a:t>    È decidere dove investire.</a:t>
            </a:r>
          </a:p>
          <a:p>
            <a:pPr algn="just">
              <a:lnSpc>
                <a:spcPts val="11520"/>
              </a:lnSpc>
            </a:pPr>
            <a:r>
              <a:rPr lang="en-US" sz="8800" b="1" spc="-979" dirty="0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graphicFrame>
        <p:nvGraphicFramePr>
          <p:cNvPr id="53" name="Diagramma 52">
            <a:extLst>
              <a:ext uri="{FF2B5EF4-FFF2-40B4-BE49-F238E27FC236}">
                <a16:creationId xmlns:a16="http://schemas.microsoft.com/office/drawing/2014/main" id="{AA5FD6D9-3FAB-CB5B-F163-828DCFC8B6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368765"/>
              </p:ext>
            </p:extLst>
          </p:nvPr>
        </p:nvGraphicFramePr>
        <p:xfrm>
          <a:off x="2422634" y="2095500"/>
          <a:ext cx="13394669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5" name="Group 8">
            <a:extLst>
              <a:ext uri="{FF2B5EF4-FFF2-40B4-BE49-F238E27FC236}">
                <a16:creationId xmlns:a16="http://schemas.microsoft.com/office/drawing/2014/main" id="{68CDF480-1AF0-3F5A-CC5A-AE5C60122C74}"/>
              </a:ext>
            </a:extLst>
          </p:cNvPr>
          <p:cNvGrpSpPr/>
          <p:nvPr/>
        </p:nvGrpSpPr>
        <p:grpSpPr>
          <a:xfrm>
            <a:off x="5181600" y="1028700"/>
            <a:ext cx="3086100" cy="464881"/>
            <a:chOff x="0" y="0"/>
            <a:chExt cx="812800" cy="122438"/>
          </a:xfrm>
        </p:grpSpPr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864A507C-0B02-F81E-DEBF-856EA29E68DD}"/>
                </a:ext>
              </a:extLst>
            </p:cNvPr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10">
              <a:extLst>
                <a:ext uri="{FF2B5EF4-FFF2-40B4-BE49-F238E27FC236}">
                  <a16:creationId xmlns:a16="http://schemas.microsoft.com/office/drawing/2014/main" id="{140253F6-8C98-F1DA-4189-B339930780EC}"/>
                </a:ext>
              </a:extLst>
            </p:cNvPr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3">
            <a:extLst>
              <a:ext uri="{FF2B5EF4-FFF2-40B4-BE49-F238E27FC236}">
                <a16:creationId xmlns:a16="http://schemas.microsoft.com/office/drawing/2014/main" id="{B8209DB1-FBFF-CBC4-97EC-9CC615945B23}"/>
              </a:ext>
            </a:extLst>
          </p:cNvPr>
          <p:cNvSpPr txBox="1"/>
          <p:nvPr/>
        </p:nvSpPr>
        <p:spPr>
          <a:xfrm>
            <a:off x="8903803" y="1090642"/>
            <a:ext cx="1123057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soluzione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49" name="TextBox 4">
            <a:extLst>
              <a:ext uri="{FF2B5EF4-FFF2-40B4-BE49-F238E27FC236}">
                <a16:creationId xmlns:a16="http://schemas.microsoft.com/office/drawing/2014/main" id="{357B8700-DF21-46BE-5E9B-8E55BB2C94F0}"/>
              </a:ext>
            </a:extLst>
          </p:cNvPr>
          <p:cNvSpPr txBox="1"/>
          <p:nvPr/>
        </p:nvSpPr>
        <p:spPr>
          <a:xfrm>
            <a:off x="11508837" y="1090642"/>
            <a:ext cx="1399634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benefici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465546A8-14EC-5856-540E-3331386B9EF8}"/>
              </a:ext>
            </a:extLst>
          </p:cNvPr>
          <p:cNvSpPr txBox="1"/>
          <p:nvPr/>
        </p:nvSpPr>
        <p:spPr>
          <a:xfrm>
            <a:off x="5379528" y="1063964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problema</a:t>
            </a:r>
            <a:endParaRPr lang="en-US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57" name="Immagine 56" descr="A simple illustration depicting a dollar bill and a calculator, suggesting a financial transaction or calculation.&#10;&#10;Il contenuto generato dall'IA potrebbe non essere corretto.">
            <a:extLst>
              <a:ext uri="{FF2B5EF4-FFF2-40B4-BE49-F238E27FC236}">
                <a16:creationId xmlns:a16="http://schemas.microsoft.com/office/drawing/2014/main" id="{7FBD0872-34D9-390F-B06E-2165818D25A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5991" y="4838700"/>
            <a:ext cx="938609" cy="938609"/>
          </a:xfrm>
          <a:prstGeom prst="rect">
            <a:avLst/>
          </a:prstGeom>
        </p:spPr>
      </p:pic>
      <p:pic>
        <p:nvPicPr>
          <p:cNvPr id="59" name="Immagine 58" descr="The image depicts a simple, stylized outline of a construction excavator.&#10;&#10;Il contenuto generato dall'IA potrebbe non essere corretto.">
            <a:extLst>
              <a:ext uri="{FF2B5EF4-FFF2-40B4-BE49-F238E27FC236}">
                <a16:creationId xmlns:a16="http://schemas.microsoft.com/office/drawing/2014/main" id="{AC613992-CD36-D519-EB2A-40ABEB32D74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4838700"/>
            <a:ext cx="940636" cy="940636"/>
          </a:xfrm>
          <a:prstGeom prst="rect">
            <a:avLst/>
          </a:prstGeom>
        </p:spPr>
      </p:pic>
      <p:pic>
        <p:nvPicPr>
          <p:cNvPr id="61" name="Immagine 60" descr="The image depicts a simple, black-and-white architectural illustration of a skyline with buildings of various heights.&#10;&#10;Il contenuto generato dall'IA potrebbe non essere corretto.">
            <a:extLst>
              <a:ext uri="{FF2B5EF4-FFF2-40B4-BE49-F238E27FC236}">
                <a16:creationId xmlns:a16="http://schemas.microsoft.com/office/drawing/2014/main" id="{676027A6-2C74-6E91-DFCA-6F71C65A749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4812464"/>
            <a:ext cx="940636" cy="940636"/>
          </a:xfrm>
          <a:prstGeom prst="rect">
            <a:avLst/>
          </a:prstGeom>
        </p:spPr>
      </p:pic>
      <p:pic>
        <p:nvPicPr>
          <p:cNvPr id="69" name="Immagine 68" descr="The image shows a picturesque landscape with a lush green field, a small church, and dramatic, snow-capped mountains in the background.&#10;&#10;Il contenuto generato dall'IA potrebbe non essere corretto.">
            <a:extLst>
              <a:ext uri="{FF2B5EF4-FFF2-40B4-BE49-F238E27FC236}">
                <a16:creationId xmlns:a16="http://schemas.microsoft.com/office/drawing/2014/main" id="{6044B2E6-974D-1F65-4EC2-5A37968F7E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8106" b="35519"/>
          <a:stretch>
            <a:fillRect/>
          </a:stretch>
        </p:blipFill>
        <p:spPr>
          <a:xfrm>
            <a:off x="-23037" y="7315200"/>
            <a:ext cx="18311037" cy="8572500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6A6585E-C92C-99F2-F503-AF788B053AF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42228" y="134394"/>
            <a:ext cx="14863258" cy="10296776"/>
          </a:xfrm>
          <a:prstGeom prst="rect">
            <a:avLst/>
          </a:prstGeom>
        </p:spPr>
      </p:pic>
      <p:pic>
        <p:nvPicPr>
          <p:cNvPr id="19" name="Immagine 18" descr="The image depicts a picturesque medieval town square with a large, ornate fountain at its center, surrounded by historical buildings and a prominent clock tower.&#10;&#10;Il contenuto generato dall'IA potrebbe non essere corretto.">
            <a:extLst>
              <a:ext uri="{FF2B5EF4-FFF2-40B4-BE49-F238E27FC236}">
                <a16:creationId xmlns:a16="http://schemas.microsoft.com/office/drawing/2014/main" id="{C743B268-8F18-FEBE-2C4D-4658901A30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" b="18148"/>
          <a:stretch>
            <a:fillRect/>
          </a:stretch>
        </p:blipFill>
        <p:spPr>
          <a:xfrm>
            <a:off x="0" y="1866900"/>
            <a:ext cx="18288000" cy="8420100"/>
          </a:xfrm>
          <a:prstGeom prst="rect">
            <a:avLst/>
          </a:prstGeom>
        </p:spPr>
      </p:pic>
      <p:sp>
        <p:nvSpPr>
          <p:cNvPr id="55" name="TextBox 6">
            <a:extLst>
              <a:ext uri="{FF2B5EF4-FFF2-40B4-BE49-F238E27FC236}">
                <a16:creationId xmlns:a16="http://schemas.microsoft.com/office/drawing/2014/main" id="{9277A582-1D54-B446-6302-84AC899DF268}"/>
              </a:ext>
            </a:extLst>
          </p:cNvPr>
          <p:cNvSpPr txBox="1"/>
          <p:nvPr/>
        </p:nvSpPr>
        <p:spPr>
          <a:xfrm>
            <a:off x="2649289" y="6515100"/>
            <a:ext cx="12989422" cy="430887"/>
          </a:xfrm>
          <a:prstGeom prst="rect">
            <a:avLst/>
          </a:prstGeom>
          <a:solidFill>
            <a:srgbClr val="DD8E38">
              <a:alpha val="59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it-IT" sz="2800" spc="-41" dirty="0">
                <a:solidFill>
                  <a:srgbClr val="EBEBEB"/>
                </a:solidFill>
                <a:latin typeface="Helvetica World"/>
                <a:ea typeface="Helvetica World"/>
                <a:cs typeface="Helvetica World"/>
              </a:rPr>
              <a:t>Valutare i singoli interventi non basta: bisogna scegliere la combinazione migliore.</a:t>
            </a:r>
            <a:endParaRPr lang="en-US" sz="2800" spc="-41" dirty="0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7C66DE0-C1D8-4567-804D-311848F677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3">
                                            <p:graphicEl>
                                              <a:dgm id="{77C66DE0-C1D8-4567-804D-311848F677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5048D07B-EF52-480A-9175-6C91B1B1363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300"/>
                                        <p:tgtEl>
                                          <p:spTgt spid="53">
                                            <p:graphicEl>
                                              <a:dgm id="{5048D07B-EF52-480A-9175-6C91B1B1363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A4B349B4-B402-4D6A-940E-A653F5C353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3">
                                            <p:graphicEl>
                                              <a:dgm id="{A4B349B4-B402-4D6A-940E-A653F5C353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43E53212-8DE0-43A7-A64E-ADF619C884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300"/>
                                        <p:tgtEl>
                                          <p:spTgt spid="53">
                                            <p:graphicEl>
                                              <a:dgm id="{43E53212-8DE0-43A7-A64E-ADF619C884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B5D787B-20F3-4D55-88E1-C95DAF70F7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300"/>
                                        <p:tgtEl>
                                          <p:spTgt spid="53">
                                            <p:graphicEl>
                                              <a:dgm id="{7B5D787B-20F3-4D55-88E1-C95DAF70F7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5D81758-4B93-446F-8574-FF701E9BC6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53">
                                            <p:graphicEl>
                                              <a:dgm id="{75D81758-4B93-446F-8574-FF701E9BC6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B5AE6DB-BB58-4002-A84A-CFE9A1A053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300"/>
                                        <p:tgtEl>
                                          <p:spTgt spid="53">
                                            <p:graphicEl>
                                              <a:dgm id="{7B5AE6DB-BB58-4002-A84A-CFE9A1A053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59A4811-CCC2-430E-9992-35126F307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300"/>
                                        <p:tgtEl>
                                          <p:spTgt spid="53">
                                            <p:graphicEl>
                                              <a:dgm id="{759A4811-CCC2-430E-9992-35126F307E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E6695489-BBD2-408E-9AFA-E453DAD68A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53">
                                            <p:graphicEl>
                                              <a:dgm id="{E6695489-BBD2-408E-9AFA-E453DAD68A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2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graphicEl>
                                              <a:dgm id="{78576BD6-5EA3-47B6-B6ED-964368ECD3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300"/>
                                        <p:tgtEl>
                                          <p:spTgt spid="53">
                                            <p:graphicEl>
                                              <a:dgm id="{78576BD6-5EA3-47B6-B6ED-964368ECD3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3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magine 43" descr="The image shows a picturesque landscape with a lush green field, a small church, and dramatic, snow-capped mountains in the background.&#10;&#10;Il contenuto generato dall'IA potrebbe non essere corretto.">
            <a:extLst>
              <a:ext uri="{FF2B5EF4-FFF2-40B4-BE49-F238E27FC236}">
                <a16:creationId xmlns:a16="http://schemas.microsoft.com/office/drawing/2014/main" id="{5D2318D4-BCD6-3EDA-476C-DF03C0AA3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8106" b="35519"/>
          <a:stretch>
            <a:fillRect/>
          </a:stretch>
        </p:blipFill>
        <p:spPr>
          <a:xfrm>
            <a:off x="-23037" y="1714500"/>
            <a:ext cx="18311037" cy="8572500"/>
          </a:xfrm>
          <a:prstGeom prst="rect">
            <a:avLst/>
          </a:prstGeom>
        </p:spPr>
      </p:pic>
      <p:pic>
        <p:nvPicPr>
          <p:cNvPr id="32" name="Immagine 31" descr="The image depicts a picturesque medieval town square with a large, ornate fountain at its center, surrounded by historical buildings and a prominent clock tower.&#10;&#10;Il contenuto generato dall'IA potrebbe non essere corretto.">
            <a:extLst>
              <a:ext uri="{FF2B5EF4-FFF2-40B4-BE49-F238E27FC236}">
                <a16:creationId xmlns:a16="http://schemas.microsoft.com/office/drawing/2014/main" id="{04BABE62-17F2-0546-81E1-F66094AA9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" b="18148"/>
          <a:stretch>
            <a:fillRect/>
          </a:stretch>
        </p:blipFill>
        <p:spPr>
          <a:xfrm>
            <a:off x="0" y="9982200"/>
            <a:ext cx="18288000" cy="84201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3D90A02-C392-BEA5-6B4E-5973C34225E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05" y="-10553700"/>
            <a:ext cx="15858995" cy="105726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76600" y="1943100"/>
            <a:ext cx="11904416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5400" b="1" dirty="0">
                <a:solidFill>
                  <a:schemeClr val="bg1"/>
                </a:solidFill>
              </a:rPr>
              <a:t>Un agente AI che trasforma dati e vincoli in scenari di investimento.</a:t>
            </a:r>
          </a:p>
        </p:txBody>
      </p:sp>
      <p:grpSp>
        <p:nvGrpSpPr>
          <p:cNvPr id="17" name="Group 8">
            <a:extLst>
              <a:ext uri="{FF2B5EF4-FFF2-40B4-BE49-F238E27FC236}">
                <a16:creationId xmlns:a16="http://schemas.microsoft.com/office/drawing/2014/main" id="{39558AEF-0538-37B5-B1C6-4A5DDDA91CB8}"/>
              </a:ext>
            </a:extLst>
          </p:cNvPr>
          <p:cNvGrpSpPr/>
          <p:nvPr/>
        </p:nvGrpSpPr>
        <p:grpSpPr>
          <a:xfrm>
            <a:off x="7574472" y="1034161"/>
            <a:ext cx="3086100" cy="464881"/>
            <a:chOff x="0" y="0"/>
            <a:chExt cx="812800" cy="122438"/>
          </a:xfrm>
        </p:grpSpPr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E08BB2D1-EF72-FBF8-2F6C-BE695D1515E4}"/>
                </a:ext>
              </a:extLst>
            </p:cNvPr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E3AEFA9D-0A40-A1AC-4D53-1DDE98C8505A}"/>
                </a:ext>
              </a:extLst>
            </p:cNvPr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3">
            <a:extLst>
              <a:ext uri="{FF2B5EF4-FFF2-40B4-BE49-F238E27FC236}">
                <a16:creationId xmlns:a16="http://schemas.microsoft.com/office/drawing/2014/main" id="{2F12BE02-2DBE-F04A-65E1-1C662D6AC601}"/>
              </a:ext>
            </a:extLst>
          </p:cNvPr>
          <p:cNvSpPr txBox="1"/>
          <p:nvPr/>
        </p:nvSpPr>
        <p:spPr>
          <a:xfrm>
            <a:off x="8121123" y="1117987"/>
            <a:ext cx="199279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soluzione</a:t>
            </a:r>
            <a:endParaRPr lang="en-US" sz="2400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A8611391-8CA6-F5DE-4FD4-2A62A7E0EF87}"/>
              </a:ext>
            </a:extLst>
          </p:cNvPr>
          <p:cNvSpPr txBox="1"/>
          <p:nvPr/>
        </p:nvSpPr>
        <p:spPr>
          <a:xfrm>
            <a:off x="11006109" y="1096103"/>
            <a:ext cx="1399634" cy="2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benefici</a:t>
            </a:r>
            <a:endParaRPr lang="en-US" sz="1800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29D46DFC-BD2C-3A0F-968E-DD422DD58BD4}"/>
              </a:ext>
            </a:extLst>
          </p:cNvPr>
          <p:cNvSpPr txBox="1"/>
          <p:nvPr/>
        </p:nvSpPr>
        <p:spPr>
          <a:xfrm>
            <a:off x="4876800" y="1069425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 Bold"/>
              </a:rPr>
              <a:t>problema</a:t>
            </a:r>
            <a:endParaRPr lang="en-US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 Bold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60D8EA5F-5A71-477F-F028-EF2036A89AA3}"/>
              </a:ext>
            </a:extLst>
          </p:cNvPr>
          <p:cNvSpPr txBox="1"/>
          <p:nvPr/>
        </p:nvSpPr>
        <p:spPr>
          <a:xfrm>
            <a:off x="4572000" y="8420100"/>
            <a:ext cx="91440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it-IT" sz="2800" b="1" spc="-41">
                <a:solidFill>
                  <a:srgbClr val="EBEBEB"/>
                </a:solidFill>
                <a:latin typeface="Helvetica World"/>
                <a:ea typeface="Helvetica World"/>
                <a:cs typeface="Helvetica World"/>
              </a:rPr>
              <a:t>L'AI propone. L'utente confronta. Il Comune decide.</a:t>
            </a:r>
            <a:endParaRPr lang="en-US" sz="2800" b="1" spc="-41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B28EBA92-182D-AC7F-F5C8-9857C142402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102" y="3089275"/>
            <a:ext cx="10843098" cy="6096000"/>
          </a:xfrm>
          <a:prstGeom prst="rect">
            <a:avLst/>
          </a:prstGeom>
          <a:noFill/>
        </p:spPr>
      </p:pic>
      <p:pic>
        <p:nvPicPr>
          <p:cNvPr id="40" name="Immagine 39" descr="The image displays the logos of Cittￃﾠ Metropolitana di Milano and DECIWATT, with a focus on the Sistema Decisionale Energetico (Energy Decision System).&#10;&#10;Il contenuto generato dall'IA potrebbe non essere corretto.">
            <a:extLst>
              <a:ext uri="{FF2B5EF4-FFF2-40B4-BE49-F238E27FC236}">
                <a16:creationId xmlns:a16="http://schemas.microsoft.com/office/drawing/2014/main" id="{CD4DB33E-FB8F-893A-444D-D646973444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34600" y="2009308"/>
            <a:ext cx="3505200" cy="10014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18A76B-19C4-0057-382D-114A87F0D7C7}"/>
              </a:ext>
            </a:extLst>
          </p:cNvPr>
          <p:cNvSpPr txBox="1"/>
          <p:nvPr/>
        </p:nvSpPr>
        <p:spPr>
          <a:xfrm>
            <a:off x="3152879" y="308351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it-IT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5157CCF6-A468-5F79-0BCE-164414BD4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3798625"/>
              </p:ext>
            </p:extLst>
          </p:nvPr>
        </p:nvGraphicFramePr>
        <p:xfrm>
          <a:off x="-8153400" y="4914900"/>
          <a:ext cx="7672035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ma 7">
            <a:extLst>
              <a:ext uri="{FF2B5EF4-FFF2-40B4-BE49-F238E27FC236}">
                <a16:creationId xmlns:a16="http://schemas.microsoft.com/office/drawing/2014/main" id="{5FFC9750-9C6E-65F6-75A2-F5836E37D5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986808"/>
              </p:ext>
            </p:extLst>
          </p:nvPr>
        </p:nvGraphicFramePr>
        <p:xfrm>
          <a:off x="17830800" y="5905501"/>
          <a:ext cx="6934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0" name="TextBox 5">
            <a:extLst>
              <a:ext uri="{FF2B5EF4-FFF2-40B4-BE49-F238E27FC236}">
                <a16:creationId xmlns:a16="http://schemas.microsoft.com/office/drawing/2014/main" id="{68626005-0B9D-19B9-69AE-0754EF884F2A}"/>
              </a:ext>
            </a:extLst>
          </p:cNvPr>
          <p:cNvSpPr txBox="1"/>
          <p:nvPr/>
        </p:nvSpPr>
        <p:spPr>
          <a:xfrm>
            <a:off x="18869650" y="3540042"/>
            <a:ext cx="5666750" cy="40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it-IT" sz="40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</a:rPr>
              <a:t>DECIWATT · MILANO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9929828-CC9D-BB3A-0D48-7AED6AE0C23B}"/>
              </a:ext>
            </a:extLst>
          </p:cNvPr>
          <p:cNvSpPr txBox="1"/>
          <p:nvPr/>
        </p:nvSpPr>
        <p:spPr>
          <a:xfrm>
            <a:off x="19197605" y="3977373"/>
            <a:ext cx="5022385" cy="379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3200" b="1" spc="-41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Valutazione</a:t>
            </a:r>
            <a:r>
              <a:rPr lang="en-US" sz="32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00" b="1" spc="-41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energetica</a:t>
            </a:r>
            <a:endParaRPr lang="en-US" sz="3200" b="1" spc="-41">
              <a:solidFill>
                <a:srgbClr val="EBEBEB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5E0EAE2E-E474-8CD6-B90E-7F3DC53591DB}"/>
              </a:ext>
            </a:extLst>
          </p:cNvPr>
          <p:cNvSpPr txBox="1"/>
          <p:nvPr/>
        </p:nvSpPr>
        <p:spPr>
          <a:xfrm>
            <a:off x="19197605" y="5448300"/>
            <a:ext cx="4707128" cy="40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it-IT" sz="40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</a:rPr>
              <a:t>TEPO · TRENTO</a:t>
            </a:r>
          </a:p>
        </p:txBody>
      </p:sp>
      <p:sp>
        <p:nvSpPr>
          <p:cNvPr id="16" name="Freccia in giù 15">
            <a:extLst>
              <a:ext uri="{FF2B5EF4-FFF2-40B4-BE49-F238E27FC236}">
                <a16:creationId xmlns:a16="http://schemas.microsoft.com/office/drawing/2014/main" id="{9078B304-F146-57A5-B351-7DA5B99AB368}"/>
              </a:ext>
            </a:extLst>
          </p:cNvPr>
          <p:cNvSpPr/>
          <p:nvPr/>
        </p:nvSpPr>
        <p:spPr>
          <a:xfrm>
            <a:off x="21055674" y="4536199"/>
            <a:ext cx="580331" cy="574788"/>
          </a:xfrm>
          <a:prstGeom prst="down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magine 63" descr="The image shows a picturesque landscape with a lush green field, a small church, and dramatic, snow-capped mountains in the background.&#10;&#10;Il contenuto generato dall'IA potrebbe non essere corretto.">
            <a:extLst>
              <a:ext uri="{FF2B5EF4-FFF2-40B4-BE49-F238E27FC236}">
                <a16:creationId xmlns:a16="http://schemas.microsoft.com/office/drawing/2014/main" id="{C9AE9BF3-C4B0-8BC6-FA82-A7C5DA1AF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59" r="8106" b="12305"/>
          <a:stretch>
            <a:fillRect/>
          </a:stretch>
        </p:blipFill>
        <p:spPr>
          <a:xfrm>
            <a:off x="-23037" y="1866900"/>
            <a:ext cx="18311037" cy="84201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E8F40CA-1C6C-A51A-D3EA-290B54AB4346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05" y="-95163"/>
            <a:ext cx="15858995" cy="1057266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940245" y="3540042"/>
            <a:ext cx="5666750" cy="40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it-IT" sz="40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</a:rPr>
              <a:t>DECIWATT · MILANO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68200" y="3977373"/>
            <a:ext cx="5022385" cy="379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3200" b="1" spc="-41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Valutazione</a:t>
            </a:r>
            <a:r>
              <a:rPr lang="en-US" sz="32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  <a:r>
              <a:rPr lang="en-US" sz="3200" b="1" spc="-41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energetica</a:t>
            </a:r>
            <a:endParaRPr lang="en-US" sz="3200" b="1" spc="-41">
              <a:solidFill>
                <a:srgbClr val="EBEBEB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24" name="Group 8">
            <a:extLst>
              <a:ext uri="{FF2B5EF4-FFF2-40B4-BE49-F238E27FC236}">
                <a16:creationId xmlns:a16="http://schemas.microsoft.com/office/drawing/2014/main" id="{B295B333-9EB5-6801-A8A1-D37B61B54A3D}"/>
              </a:ext>
            </a:extLst>
          </p:cNvPr>
          <p:cNvGrpSpPr/>
          <p:nvPr/>
        </p:nvGrpSpPr>
        <p:grpSpPr>
          <a:xfrm>
            <a:off x="10172700" y="1034161"/>
            <a:ext cx="3086100" cy="464881"/>
            <a:chOff x="0" y="0"/>
            <a:chExt cx="812800" cy="122438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3B329274-1F6C-ECFF-EE4B-88A78889ED07}"/>
                </a:ext>
              </a:extLst>
            </p:cNvPr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D503D3F6-DC52-A159-6675-AEEAF18B418F}"/>
                </a:ext>
              </a:extLst>
            </p:cNvPr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3">
            <a:extLst>
              <a:ext uri="{FF2B5EF4-FFF2-40B4-BE49-F238E27FC236}">
                <a16:creationId xmlns:a16="http://schemas.microsoft.com/office/drawing/2014/main" id="{F0D21C92-97BB-D4BB-BA44-3A2FFCF5457A}"/>
              </a:ext>
            </a:extLst>
          </p:cNvPr>
          <p:cNvSpPr txBox="1"/>
          <p:nvPr/>
        </p:nvSpPr>
        <p:spPr>
          <a:xfrm>
            <a:off x="8001000" y="1063964"/>
            <a:ext cx="1992797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939"/>
              </a:lnSpc>
              <a:defRPr spc="-36">
                <a:solidFill>
                  <a:srgbClr val="EBEBEB"/>
                </a:solidFill>
                <a:latin typeface="Helvetica World"/>
                <a:ea typeface="Helvetica World"/>
                <a:cs typeface="Helvetica World"/>
              </a:defRPr>
            </a:lvl1pPr>
          </a:lstStyle>
          <a:p>
            <a:r>
              <a:rPr lang="en-US" err="1">
                <a:sym typeface="Helvetica World"/>
              </a:rPr>
              <a:t>soluzione</a:t>
            </a:r>
            <a:endParaRPr lang="en-US">
              <a:sym typeface="Helvetica World"/>
            </a:endParaRPr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369427D5-49ED-539A-20D0-F6E2DCF4E68F}"/>
              </a:ext>
            </a:extLst>
          </p:cNvPr>
          <p:cNvSpPr txBox="1"/>
          <p:nvPr/>
        </p:nvSpPr>
        <p:spPr>
          <a:xfrm>
            <a:off x="11006109" y="1096103"/>
            <a:ext cx="139963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benefici</a:t>
            </a:r>
            <a:endParaRPr lang="en-US" sz="2400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"/>
            </a:endParaRPr>
          </a:p>
          <a:p>
            <a:pPr algn="ctr">
              <a:lnSpc>
                <a:spcPts val="2520"/>
              </a:lnSpc>
            </a:pPr>
            <a:endParaRPr lang="en-US" sz="2400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"/>
            </a:endParaRPr>
          </a:p>
        </p:txBody>
      </p:sp>
      <p:sp>
        <p:nvSpPr>
          <p:cNvPr id="28" name="TextBox 18">
            <a:extLst>
              <a:ext uri="{FF2B5EF4-FFF2-40B4-BE49-F238E27FC236}">
                <a16:creationId xmlns:a16="http://schemas.microsoft.com/office/drawing/2014/main" id="{F04C5375-2E3C-9F89-6026-E01C2BB522A9}"/>
              </a:ext>
            </a:extLst>
          </p:cNvPr>
          <p:cNvSpPr txBox="1"/>
          <p:nvPr/>
        </p:nvSpPr>
        <p:spPr>
          <a:xfrm>
            <a:off x="5189488" y="1069425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 Bold"/>
              </a:rPr>
              <a:t>problema</a:t>
            </a:r>
            <a:endParaRPr lang="en-US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 Bold"/>
            </a:endParaRPr>
          </a:p>
        </p:txBody>
      </p:sp>
      <p:sp>
        <p:nvSpPr>
          <p:cNvPr id="49" name="TextBox 5">
            <a:extLst>
              <a:ext uri="{FF2B5EF4-FFF2-40B4-BE49-F238E27FC236}">
                <a16:creationId xmlns:a16="http://schemas.microsoft.com/office/drawing/2014/main" id="{FA2B4A43-C7EA-D8AA-7B5D-A015C19709D6}"/>
              </a:ext>
            </a:extLst>
          </p:cNvPr>
          <p:cNvSpPr txBox="1"/>
          <p:nvPr/>
        </p:nvSpPr>
        <p:spPr>
          <a:xfrm>
            <a:off x="12268200" y="5448300"/>
            <a:ext cx="4707128" cy="401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it-IT" sz="4000" b="1" spc="-4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</a:rPr>
              <a:t>TEPO · TRENTO</a:t>
            </a:r>
          </a:p>
        </p:txBody>
      </p:sp>
      <p:graphicFrame>
        <p:nvGraphicFramePr>
          <p:cNvPr id="58" name="Diagramma 57">
            <a:extLst>
              <a:ext uri="{FF2B5EF4-FFF2-40B4-BE49-F238E27FC236}">
                <a16:creationId xmlns:a16="http://schemas.microsoft.com/office/drawing/2014/main" id="{F025F636-C4A6-0D69-A532-7727DE967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0203953"/>
              </p:ext>
            </p:extLst>
          </p:nvPr>
        </p:nvGraphicFramePr>
        <p:xfrm>
          <a:off x="10972800" y="5905501"/>
          <a:ext cx="69342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6" name="TextBox 2">
            <a:extLst>
              <a:ext uri="{FF2B5EF4-FFF2-40B4-BE49-F238E27FC236}">
                <a16:creationId xmlns:a16="http://schemas.microsoft.com/office/drawing/2014/main" id="{B8E0303D-250A-EDCE-7435-AFF84E36D731}"/>
              </a:ext>
            </a:extLst>
          </p:cNvPr>
          <p:cNvSpPr txBox="1"/>
          <p:nvPr/>
        </p:nvSpPr>
        <p:spPr>
          <a:xfrm>
            <a:off x="591933" y="-6126434"/>
            <a:ext cx="17924667" cy="692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79"/>
              </a:lnSpc>
            </a:pPr>
            <a:r>
              <a:rPr lang="en-US" sz="28349" b="1" spc="-1927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grazie</a:t>
            </a:r>
            <a:r>
              <a:rPr lang="en-US" sz="28349" b="1" spc="-1927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per </a:t>
            </a:r>
            <a:r>
              <a:rPr lang="en-US" sz="28349" b="1" spc="-1927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l’attenzione</a:t>
            </a:r>
            <a:endParaRPr lang="en-US" sz="28349" b="1" spc="-1927">
              <a:solidFill>
                <a:srgbClr val="EBEBEB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aphicFrame>
        <p:nvGraphicFramePr>
          <p:cNvPr id="67" name="Diagramma 66">
            <a:extLst>
              <a:ext uri="{FF2B5EF4-FFF2-40B4-BE49-F238E27FC236}">
                <a16:creationId xmlns:a16="http://schemas.microsoft.com/office/drawing/2014/main" id="{18634CCC-C913-A72E-9714-5951D607FF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870878"/>
              </p:ext>
            </p:extLst>
          </p:nvPr>
        </p:nvGraphicFramePr>
        <p:xfrm>
          <a:off x="838200" y="4914900"/>
          <a:ext cx="7672035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23D953-1B8A-E945-B388-ACFAAC08AFC9}"/>
              </a:ext>
            </a:extLst>
          </p:cNvPr>
          <p:cNvSpPr txBox="1"/>
          <p:nvPr/>
        </p:nvSpPr>
        <p:spPr>
          <a:xfrm>
            <a:off x="18673795" y="2232446"/>
            <a:ext cx="17869618" cy="5822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679"/>
              </a:lnSpc>
            </a:pPr>
            <a:r>
              <a:rPr lang="en-US" sz="19900" b="1" spc="-1927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grazie per </a:t>
            </a:r>
            <a:r>
              <a:rPr lang="en-US" sz="19900" b="1" spc="-1927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l’attenzione</a:t>
            </a:r>
            <a:endParaRPr lang="en-US" sz="19900" b="1" spc="-1927">
              <a:solidFill>
                <a:srgbClr val="EBEBEB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C4AB0914-96E4-E5DF-1C38-45C210CB950F}"/>
              </a:ext>
            </a:extLst>
          </p:cNvPr>
          <p:cNvSpPr/>
          <p:nvPr/>
        </p:nvSpPr>
        <p:spPr>
          <a:xfrm>
            <a:off x="14126269" y="4536199"/>
            <a:ext cx="580331" cy="574788"/>
          </a:xfrm>
          <a:prstGeom prst="downArrow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The image shows a picturesque landscape with a lush green field, a small church, and dramatic, snow-capped mountains in the background.&#10;&#10;Il contenuto generato dall'IA potrebbe non essere corretto.">
            <a:extLst>
              <a:ext uri="{FF2B5EF4-FFF2-40B4-BE49-F238E27FC236}">
                <a16:creationId xmlns:a16="http://schemas.microsoft.com/office/drawing/2014/main" id="{40B594C0-DDDC-ED8B-C0B8-1480BA1CF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59" r="8106" b="-592"/>
          <a:stretch>
            <a:fillRect/>
          </a:stretch>
        </p:blipFill>
        <p:spPr>
          <a:xfrm>
            <a:off x="-23037" y="266700"/>
            <a:ext cx="18311037" cy="10134600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784522" y="2232446"/>
            <a:ext cx="17869618" cy="5822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679"/>
              </a:lnSpc>
            </a:pPr>
            <a:r>
              <a:rPr lang="en-US" sz="19900" b="1" spc="-1927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grazie per </a:t>
            </a:r>
            <a:r>
              <a:rPr lang="en-US" sz="19900" b="1" spc="-1927" err="1">
                <a:solidFill>
                  <a:srgbClr val="EBEBE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l’attenzione</a:t>
            </a:r>
            <a:endParaRPr lang="en-US" sz="19900" b="1" spc="-1927">
              <a:solidFill>
                <a:srgbClr val="EBEBEB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2055AC02-ABF1-9544-FDBD-4DD4547CCCD2}"/>
              </a:ext>
            </a:extLst>
          </p:cNvPr>
          <p:cNvGrpSpPr/>
          <p:nvPr/>
        </p:nvGrpSpPr>
        <p:grpSpPr>
          <a:xfrm>
            <a:off x="10172700" y="-876300"/>
            <a:ext cx="3086100" cy="464881"/>
            <a:chOff x="0" y="0"/>
            <a:chExt cx="812800" cy="122438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EFD8F113-2AAA-F796-09D0-A91208329D28}"/>
                </a:ext>
              </a:extLst>
            </p:cNvPr>
            <p:cNvSpPr/>
            <p:nvPr/>
          </p:nvSpPr>
          <p:spPr>
            <a:xfrm>
              <a:off x="0" y="0"/>
              <a:ext cx="812800" cy="122438"/>
            </a:xfrm>
            <a:custGeom>
              <a:avLst/>
              <a:gdLst/>
              <a:ahLst/>
              <a:cxnLst/>
              <a:rect l="l" t="t" r="r" b="b"/>
              <a:pathLst>
                <a:path w="812800" h="122438">
                  <a:moveTo>
                    <a:pt x="0" y="0"/>
                  </a:moveTo>
                  <a:lnTo>
                    <a:pt x="812800" y="0"/>
                  </a:lnTo>
                  <a:lnTo>
                    <a:pt x="812800" y="122438"/>
                  </a:lnTo>
                  <a:lnTo>
                    <a:pt x="0" y="12243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D2FF5691-DDAB-9260-297C-11A472B09D3A}"/>
                </a:ext>
              </a:extLst>
            </p:cNvPr>
            <p:cNvSpPr txBox="1"/>
            <p:nvPr/>
          </p:nvSpPr>
          <p:spPr>
            <a:xfrm>
              <a:off x="0" y="-38100"/>
              <a:ext cx="812800" cy="1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3">
            <a:extLst>
              <a:ext uri="{FF2B5EF4-FFF2-40B4-BE49-F238E27FC236}">
                <a16:creationId xmlns:a16="http://schemas.microsoft.com/office/drawing/2014/main" id="{8C3EB1E5-8FF3-9B55-2EE8-689E9D797DB0}"/>
              </a:ext>
            </a:extLst>
          </p:cNvPr>
          <p:cNvSpPr txBox="1"/>
          <p:nvPr/>
        </p:nvSpPr>
        <p:spPr>
          <a:xfrm>
            <a:off x="8001000" y="-846497"/>
            <a:ext cx="1992797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939"/>
              </a:lnSpc>
              <a:defRPr spc="-36">
                <a:solidFill>
                  <a:srgbClr val="EBEBEB"/>
                </a:solidFill>
                <a:latin typeface="Helvetica World"/>
                <a:ea typeface="Helvetica World"/>
                <a:cs typeface="Helvetica World"/>
              </a:defRPr>
            </a:lvl1pPr>
          </a:lstStyle>
          <a:p>
            <a:r>
              <a:rPr lang="en-US" err="1">
                <a:sym typeface="Helvetica World"/>
              </a:rPr>
              <a:t>soluzione</a:t>
            </a:r>
            <a:endParaRPr lang="en-US">
              <a:sym typeface="Helvetica World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FB2E75BE-DD0D-0FF8-BFB7-A88624D5750B}"/>
              </a:ext>
            </a:extLst>
          </p:cNvPr>
          <p:cNvSpPr txBox="1"/>
          <p:nvPr/>
        </p:nvSpPr>
        <p:spPr>
          <a:xfrm>
            <a:off x="11006109" y="-814358"/>
            <a:ext cx="1399634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1" spc="-41" err="1">
                <a:solidFill>
                  <a:srgbClr val="182B52"/>
                </a:solidFill>
                <a:latin typeface="Helvetica World Bold"/>
                <a:ea typeface="Helvetica World Bold"/>
                <a:cs typeface="Helvetica World Bold"/>
                <a:sym typeface="Helvetica World"/>
              </a:rPr>
              <a:t>benefici</a:t>
            </a:r>
            <a:endParaRPr lang="en-US" sz="2400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"/>
            </a:endParaRPr>
          </a:p>
          <a:p>
            <a:pPr algn="ctr">
              <a:lnSpc>
                <a:spcPts val="2520"/>
              </a:lnSpc>
            </a:pPr>
            <a:endParaRPr lang="en-US" sz="2400" b="1" spc="-41">
              <a:solidFill>
                <a:srgbClr val="182B52"/>
              </a:solidFill>
              <a:latin typeface="Helvetica World Bold"/>
              <a:ea typeface="Helvetica World Bold"/>
              <a:cs typeface="Helvetica World Bold"/>
              <a:sym typeface="Helvetica Wor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42E2CCF-ACD9-9682-1A40-C8595F358EDE}"/>
              </a:ext>
            </a:extLst>
          </p:cNvPr>
          <p:cNvSpPr txBox="1"/>
          <p:nvPr/>
        </p:nvSpPr>
        <p:spPr>
          <a:xfrm>
            <a:off x="5189488" y="-841036"/>
            <a:ext cx="2659112" cy="345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pc="-36" err="1">
                <a:solidFill>
                  <a:srgbClr val="EBEBEB"/>
                </a:solidFill>
                <a:latin typeface="Helvetica World"/>
                <a:ea typeface="Helvetica World"/>
                <a:cs typeface="Helvetica World"/>
                <a:sym typeface="Helvetica World Bold"/>
              </a:rPr>
              <a:t>problema</a:t>
            </a:r>
            <a:endParaRPr lang="en-US" spc="-36">
              <a:solidFill>
                <a:srgbClr val="EBEBEB"/>
              </a:solidFill>
              <a:latin typeface="Helvetica World"/>
              <a:ea typeface="Helvetica World"/>
              <a:cs typeface="Helvetica World"/>
              <a:sym typeface="Helvetica World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Personalizzato</PresentationFormat>
  <Paragraphs>67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2" baseType="lpstr">
      <vt:lpstr>Helvetica World Bold</vt:lpstr>
      <vt:lpstr>Helvetica World</vt:lpstr>
      <vt:lpstr>Calibri</vt:lpstr>
      <vt:lpstr>Aptos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Arancione Semplice Portfolio Presentazione</dc:title>
  <dc:creator>Mirco Negri</dc:creator>
  <cp:lastModifiedBy>Mirco Negri</cp:lastModifiedBy>
  <cp:revision>1</cp:revision>
  <dcterms:created xsi:type="dcterms:W3CDTF">2006-08-16T00:00:00Z</dcterms:created>
  <dcterms:modified xsi:type="dcterms:W3CDTF">2026-10-07T08:43:42Z</dcterms:modified>
  <dc:identifier>DAHWp4ZAmEc</dc:identifier>
</cp:coreProperties>
</file>