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92" r:id="rId4"/>
    <p:sldId id="293" r:id="rId5"/>
    <p:sldId id="262" r:id="rId6"/>
    <p:sldId id="258" r:id="rId7"/>
    <p:sldId id="259" r:id="rId8"/>
    <p:sldId id="275" r:id="rId9"/>
    <p:sldId id="260" r:id="rId10"/>
    <p:sldId id="276" r:id="rId11"/>
    <p:sldId id="261" r:id="rId12"/>
    <p:sldId id="277" r:id="rId13"/>
    <p:sldId id="263" r:id="rId14"/>
    <p:sldId id="278" r:id="rId15"/>
    <p:sldId id="264" r:id="rId16"/>
    <p:sldId id="279" r:id="rId17"/>
    <p:sldId id="265" r:id="rId18"/>
    <p:sldId id="280" r:id="rId19"/>
    <p:sldId id="266" r:id="rId20"/>
    <p:sldId id="281" r:id="rId21"/>
    <p:sldId id="267" r:id="rId22"/>
    <p:sldId id="282" r:id="rId23"/>
    <p:sldId id="268" r:id="rId24"/>
    <p:sldId id="283" r:id="rId25"/>
    <p:sldId id="269" r:id="rId26"/>
    <p:sldId id="284" r:id="rId27"/>
    <p:sldId id="270" r:id="rId28"/>
    <p:sldId id="285" r:id="rId29"/>
    <p:sldId id="271" r:id="rId30"/>
    <p:sldId id="286" r:id="rId31"/>
    <p:sldId id="272" r:id="rId32"/>
    <p:sldId id="287" r:id="rId33"/>
    <p:sldId id="273" r:id="rId34"/>
    <p:sldId id="288" r:id="rId35"/>
    <p:sldId id="274" r:id="rId36"/>
    <p:sldId id="289" r:id="rId37"/>
    <p:sldId id="290" r:id="rId38"/>
    <p:sldId id="291" r:id="rId39"/>
  </p:sldIdLst>
  <p:sldSz cx="12192000" cy="6858000"/>
  <p:notesSz cx="6858000" cy="9144000"/>
  <p:defaultTex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720A7A8-580F-4B3D-9C8C-34492EC43E9F}" v="2" dt="2024-11-28T14:18:34.63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44598" autoAdjust="0"/>
    <p:restoredTop sz="94660"/>
  </p:normalViewPr>
  <p:slideViewPr>
    <p:cSldViewPr snapToGrid="0">
      <p:cViewPr>
        <p:scale>
          <a:sx n="56" d="100"/>
          <a:sy n="56" d="100"/>
        </p:scale>
        <p:origin x="464" y="81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45"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lia Zovico" userId="365eaa379df50766" providerId="LiveId" clId="{9720A7A8-580F-4B3D-9C8C-34492EC43E9F}"/>
    <pc:docChg chg="undo redo custSel addSld delSld modSld">
      <pc:chgData name="Elia Zovico" userId="365eaa379df50766" providerId="LiveId" clId="{9720A7A8-580F-4B3D-9C8C-34492EC43E9F}" dt="2024-11-28T14:33:50.987" v="557" actId="1038"/>
      <pc:docMkLst>
        <pc:docMk/>
      </pc:docMkLst>
      <pc:sldChg chg="delSp mod">
        <pc:chgData name="Elia Zovico" userId="365eaa379df50766" providerId="LiveId" clId="{9720A7A8-580F-4B3D-9C8C-34492EC43E9F}" dt="2024-11-28T14:19:47.061" v="138" actId="478"/>
        <pc:sldMkLst>
          <pc:docMk/>
          <pc:sldMk cId="1066431204" sldId="256"/>
        </pc:sldMkLst>
        <pc:spChg chg="del">
          <ac:chgData name="Elia Zovico" userId="365eaa379df50766" providerId="LiveId" clId="{9720A7A8-580F-4B3D-9C8C-34492EC43E9F}" dt="2024-11-28T14:19:47.061" v="138" actId="478"/>
          <ac:spMkLst>
            <pc:docMk/>
            <pc:sldMk cId="1066431204" sldId="256"/>
            <ac:spMk id="3" creationId="{86BFD7D8-4404-6AE4-362B-797119FD9D78}"/>
          </ac:spMkLst>
        </pc:spChg>
      </pc:sldChg>
      <pc:sldChg chg="addSp delSp modSp mod">
        <pc:chgData name="Elia Zovico" userId="365eaa379df50766" providerId="LiveId" clId="{9720A7A8-580F-4B3D-9C8C-34492EC43E9F}" dt="2024-11-28T13:56:13.843" v="78" actId="20577"/>
        <pc:sldMkLst>
          <pc:docMk/>
          <pc:sldMk cId="85501613" sldId="257"/>
        </pc:sldMkLst>
        <pc:spChg chg="mod">
          <ac:chgData name="Elia Zovico" userId="365eaa379df50766" providerId="LiveId" clId="{9720A7A8-580F-4B3D-9C8C-34492EC43E9F}" dt="2024-11-28T13:56:13.843" v="78" actId="20577"/>
          <ac:spMkLst>
            <pc:docMk/>
            <pc:sldMk cId="85501613" sldId="257"/>
            <ac:spMk id="3" creationId="{E91647BD-B0EB-0E70-B841-6CE6FB889029}"/>
          </ac:spMkLst>
        </pc:spChg>
        <pc:picChg chg="add del mod">
          <ac:chgData name="Elia Zovico" userId="365eaa379df50766" providerId="LiveId" clId="{9720A7A8-580F-4B3D-9C8C-34492EC43E9F}" dt="2024-11-28T13:55:19.517" v="25" actId="478"/>
          <ac:picMkLst>
            <pc:docMk/>
            <pc:sldMk cId="85501613" sldId="257"/>
            <ac:picMk id="4" creationId="{EF1934A7-CE26-0CF1-045B-602F9F117CDB}"/>
          </ac:picMkLst>
        </pc:picChg>
      </pc:sldChg>
      <pc:sldChg chg="modSp mod">
        <pc:chgData name="Elia Zovico" userId="365eaa379df50766" providerId="LiveId" clId="{9720A7A8-580F-4B3D-9C8C-34492EC43E9F}" dt="2024-11-28T14:19:36.052" v="137" actId="20577"/>
        <pc:sldMkLst>
          <pc:docMk/>
          <pc:sldMk cId="1557017013" sldId="268"/>
        </pc:sldMkLst>
        <pc:spChg chg="mod">
          <ac:chgData name="Elia Zovico" userId="365eaa379df50766" providerId="LiveId" clId="{9720A7A8-580F-4B3D-9C8C-34492EC43E9F}" dt="2024-11-28T14:19:36.052" v="137" actId="20577"/>
          <ac:spMkLst>
            <pc:docMk/>
            <pc:sldMk cId="1557017013" sldId="268"/>
            <ac:spMk id="3" creationId="{5888D6F6-584A-DE17-D6AA-F6ED7716B2A3}"/>
          </ac:spMkLst>
        </pc:spChg>
      </pc:sldChg>
      <pc:sldChg chg="modSp mod">
        <pc:chgData name="Elia Zovico" userId="365eaa379df50766" providerId="LiveId" clId="{9720A7A8-580F-4B3D-9C8C-34492EC43E9F}" dt="2024-11-28T14:19:25.275" v="122" actId="20577"/>
        <pc:sldMkLst>
          <pc:docMk/>
          <pc:sldMk cId="3163674193" sldId="283"/>
        </pc:sldMkLst>
        <pc:spChg chg="mod">
          <ac:chgData name="Elia Zovico" userId="365eaa379df50766" providerId="LiveId" clId="{9720A7A8-580F-4B3D-9C8C-34492EC43E9F}" dt="2024-11-28T14:19:25.275" v="122" actId="20577"/>
          <ac:spMkLst>
            <pc:docMk/>
            <pc:sldMk cId="3163674193" sldId="283"/>
            <ac:spMk id="3" creationId="{41EDCCE2-4170-553F-FCFE-577ED7027C11}"/>
          </ac:spMkLst>
        </pc:spChg>
      </pc:sldChg>
      <pc:sldChg chg="addSp delSp modSp mod">
        <pc:chgData name="Elia Zovico" userId="365eaa379df50766" providerId="LiveId" clId="{9720A7A8-580F-4B3D-9C8C-34492EC43E9F}" dt="2024-11-28T14:18:31.016" v="104" actId="21"/>
        <pc:sldMkLst>
          <pc:docMk/>
          <pc:sldMk cId="89837567" sldId="288"/>
        </pc:sldMkLst>
        <pc:picChg chg="del mod">
          <ac:chgData name="Elia Zovico" userId="365eaa379df50766" providerId="LiveId" clId="{9720A7A8-580F-4B3D-9C8C-34492EC43E9F}" dt="2024-11-28T14:18:31.016" v="104" actId="21"/>
          <ac:picMkLst>
            <pc:docMk/>
            <pc:sldMk cId="89837567" sldId="288"/>
            <ac:picMk id="5" creationId="{7A35C793-DFA9-D00B-5828-220494FFAD17}"/>
          </ac:picMkLst>
        </pc:picChg>
        <pc:picChg chg="add mod">
          <ac:chgData name="Elia Zovico" userId="365eaa379df50766" providerId="LiveId" clId="{9720A7A8-580F-4B3D-9C8C-34492EC43E9F}" dt="2024-11-28T14:18:29.435" v="103" actId="1076"/>
          <ac:picMkLst>
            <pc:docMk/>
            <pc:sldMk cId="89837567" sldId="288"/>
            <ac:picMk id="6" creationId="{90B11D62-9C50-B813-3D60-4AE2C09F0A7C}"/>
          </ac:picMkLst>
        </pc:picChg>
      </pc:sldChg>
      <pc:sldChg chg="addSp delSp modSp mod">
        <pc:chgData name="Elia Zovico" userId="365eaa379df50766" providerId="LiveId" clId="{9720A7A8-580F-4B3D-9C8C-34492EC43E9F}" dt="2024-11-28T14:18:38.179" v="107" actId="1076"/>
        <pc:sldMkLst>
          <pc:docMk/>
          <pc:sldMk cId="3907476374" sldId="289"/>
        </pc:sldMkLst>
        <pc:picChg chg="del">
          <ac:chgData name="Elia Zovico" userId="365eaa379df50766" providerId="LiveId" clId="{9720A7A8-580F-4B3D-9C8C-34492EC43E9F}" dt="2024-11-28T14:18:33.982" v="105" actId="478"/>
          <ac:picMkLst>
            <pc:docMk/>
            <pc:sldMk cId="3907476374" sldId="289"/>
            <ac:picMk id="5" creationId="{78DFA120-930B-00F3-D4E4-061CCBA8F0E5}"/>
          </ac:picMkLst>
        </pc:picChg>
        <pc:picChg chg="add mod">
          <ac:chgData name="Elia Zovico" userId="365eaa379df50766" providerId="LiveId" clId="{9720A7A8-580F-4B3D-9C8C-34492EC43E9F}" dt="2024-11-28T14:18:38.179" v="107" actId="1076"/>
          <ac:picMkLst>
            <pc:docMk/>
            <pc:sldMk cId="3907476374" sldId="289"/>
            <ac:picMk id="6" creationId="{7A35C793-DFA9-D00B-5828-220494FFAD17}"/>
          </ac:picMkLst>
        </pc:picChg>
      </pc:sldChg>
      <pc:sldChg chg="addSp delSp modSp add mod">
        <pc:chgData name="Elia Zovico" userId="365eaa379df50766" providerId="LiveId" clId="{9720A7A8-580F-4B3D-9C8C-34492EC43E9F}" dt="2024-11-28T14:02:56.914" v="99" actId="1076"/>
        <pc:sldMkLst>
          <pc:docMk/>
          <pc:sldMk cId="1133296646" sldId="290"/>
        </pc:sldMkLst>
        <pc:spChg chg="mod">
          <ac:chgData name="Elia Zovico" userId="365eaa379df50766" providerId="LiveId" clId="{9720A7A8-580F-4B3D-9C8C-34492EC43E9F}" dt="2024-11-28T14:02:04.699" v="88" actId="20577"/>
          <ac:spMkLst>
            <pc:docMk/>
            <pc:sldMk cId="1133296646" sldId="290"/>
            <ac:spMk id="2" creationId="{0ABC3089-57F4-9ACE-48E6-FD641E3F39C1}"/>
          </ac:spMkLst>
        </pc:spChg>
        <pc:spChg chg="del mod">
          <ac:chgData name="Elia Zovico" userId="365eaa379df50766" providerId="LiveId" clId="{9720A7A8-580F-4B3D-9C8C-34492EC43E9F}" dt="2024-11-28T14:02:32.245" v="95" actId="478"/>
          <ac:spMkLst>
            <pc:docMk/>
            <pc:sldMk cId="1133296646" sldId="290"/>
            <ac:spMk id="3" creationId="{4A3A0023-795E-CCA9-F5FE-A2E980CC8B67}"/>
          </ac:spMkLst>
        </pc:spChg>
        <pc:picChg chg="del">
          <ac:chgData name="Elia Zovico" userId="365eaa379df50766" providerId="LiveId" clId="{9720A7A8-580F-4B3D-9C8C-34492EC43E9F}" dt="2024-11-28T14:02:12.231" v="90" actId="478"/>
          <ac:picMkLst>
            <pc:docMk/>
            <pc:sldMk cId="1133296646" sldId="290"/>
            <ac:picMk id="5" creationId="{9A8F2DE4-B6E5-29C2-3B22-1CCAF678A8BD}"/>
          </ac:picMkLst>
        </pc:picChg>
        <pc:picChg chg="add mod ord">
          <ac:chgData name="Elia Zovico" userId="365eaa379df50766" providerId="LiveId" clId="{9720A7A8-580F-4B3D-9C8C-34492EC43E9F}" dt="2024-11-28T14:02:56.914" v="99" actId="1076"/>
          <ac:picMkLst>
            <pc:docMk/>
            <pc:sldMk cId="1133296646" sldId="290"/>
            <ac:picMk id="6" creationId="{AC8AD9EC-6CD7-E97C-37F4-6FCD492060B9}"/>
          </ac:picMkLst>
        </pc:picChg>
      </pc:sldChg>
      <pc:sldChg chg="modSp new mod">
        <pc:chgData name="Elia Zovico" userId="365eaa379df50766" providerId="LiveId" clId="{9720A7A8-580F-4B3D-9C8C-34492EC43E9F}" dt="2024-11-28T14:23:21.210" v="251" actId="207"/>
        <pc:sldMkLst>
          <pc:docMk/>
          <pc:sldMk cId="150685286" sldId="291"/>
        </pc:sldMkLst>
        <pc:spChg chg="mod">
          <ac:chgData name="Elia Zovico" userId="365eaa379df50766" providerId="LiveId" clId="{9720A7A8-580F-4B3D-9C8C-34492EC43E9F}" dt="2024-11-28T14:20:55.253" v="168" actId="20577"/>
          <ac:spMkLst>
            <pc:docMk/>
            <pc:sldMk cId="150685286" sldId="291"/>
            <ac:spMk id="2" creationId="{C3D4A1B9-484F-183A-093A-59CBDE1F1CDC}"/>
          </ac:spMkLst>
        </pc:spChg>
        <pc:spChg chg="mod">
          <ac:chgData name="Elia Zovico" userId="365eaa379df50766" providerId="LiveId" clId="{9720A7A8-580F-4B3D-9C8C-34492EC43E9F}" dt="2024-11-28T14:23:21.210" v="251" actId="207"/>
          <ac:spMkLst>
            <pc:docMk/>
            <pc:sldMk cId="150685286" sldId="291"/>
            <ac:spMk id="3" creationId="{97314D23-DE8D-AF4F-EBFF-90BF8F7EE772}"/>
          </ac:spMkLst>
        </pc:spChg>
      </pc:sldChg>
      <pc:sldChg chg="delSp add del mod">
        <pc:chgData name="Elia Zovico" userId="365eaa379df50766" providerId="LiveId" clId="{9720A7A8-580F-4B3D-9C8C-34492EC43E9F}" dt="2024-11-28T14:20:43.406" v="143" actId="47"/>
        <pc:sldMkLst>
          <pc:docMk/>
          <pc:sldMk cId="879298364" sldId="291"/>
        </pc:sldMkLst>
        <pc:picChg chg="del">
          <ac:chgData name="Elia Zovico" userId="365eaa379df50766" providerId="LiveId" clId="{9720A7A8-580F-4B3D-9C8C-34492EC43E9F}" dt="2024-11-28T14:20:37.771" v="142" actId="478"/>
          <ac:picMkLst>
            <pc:docMk/>
            <pc:sldMk cId="879298364" sldId="291"/>
            <ac:picMk id="6" creationId="{CEA3B883-A3E8-3C72-83B6-18F281EEAE2D}"/>
          </ac:picMkLst>
        </pc:picChg>
      </pc:sldChg>
      <pc:sldChg chg="new del">
        <pc:chgData name="Elia Zovico" userId="365eaa379df50766" providerId="LiveId" clId="{9720A7A8-580F-4B3D-9C8C-34492EC43E9F}" dt="2024-11-28T14:20:33.495" v="140" actId="47"/>
        <pc:sldMkLst>
          <pc:docMk/>
          <pc:sldMk cId="4056505112" sldId="291"/>
        </pc:sldMkLst>
      </pc:sldChg>
      <pc:sldChg chg="addSp delSp modSp new mod">
        <pc:chgData name="Elia Zovico" userId="365eaa379df50766" providerId="LiveId" clId="{9720A7A8-580F-4B3D-9C8C-34492EC43E9F}" dt="2024-11-28T14:32:15.724" v="477" actId="1076"/>
        <pc:sldMkLst>
          <pc:docMk/>
          <pc:sldMk cId="3245191630" sldId="292"/>
        </pc:sldMkLst>
        <pc:spChg chg="mod">
          <ac:chgData name="Elia Zovico" userId="365eaa379df50766" providerId="LiveId" clId="{9720A7A8-580F-4B3D-9C8C-34492EC43E9F}" dt="2024-11-28T14:32:12.255" v="476" actId="1036"/>
          <ac:spMkLst>
            <pc:docMk/>
            <pc:sldMk cId="3245191630" sldId="292"/>
            <ac:spMk id="2" creationId="{5D44B59C-49D6-F2FA-F912-D87712FD2BC8}"/>
          </ac:spMkLst>
        </pc:spChg>
        <pc:spChg chg="del mod">
          <ac:chgData name="Elia Zovico" userId="365eaa379df50766" providerId="LiveId" clId="{9720A7A8-580F-4B3D-9C8C-34492EC43E9F}" dt="2024-11-28T14:28:02.204" v="263" actId="22"/>
          <ac:spMkLst>
            <pc:docMk/>
            <pc:sldMk cId="3245191630" sldId="292"/>
            <ac:spMk id="3" creationId="{DCA52FA3-001E-F6CE-BBB0-44E2A552A151}"/>
          </ac:spMkLst>
        </pc:spChg>
        <pc:spChg chg="del mod">
          <ac:chgData name="Elia Zovico" userId="365eaa379df50766" providerId="LiveId" clId="{9720A7A8-580F-4B3D-9C8C-34492EC43E9F}" dt="2024-11-28T14:32:04.021" v="461" actId="478"/>
          <ac:spMkLst>
            <pc:docMk/>
            <pc:sldMk cId="3245191630" sldId="292"/>
            <ac:spMk id="4" creationId="{F3E593FE-1E89-3D66-3FC0-DF04B2C63EF4}"/>
          </ac:spMkLst>
        </pc:spChg>
        <pc:picChg chg="add mod ord">
          <ac:chgData name="Elia Zovico" userId="365eaa379df50766" providerId="LiveId" clId="{9720A7A8-580F-4B3D-9C8C-34492EC43E9F}" dt="2024-11-28T14:32:15.724" v="477" actId="1076"/>
          <ac:picMkLst>
            <pc:docMk/>
            <pc:sldMk cId="3245191630" sldId="292"/>
            <ac:picMk id="6" creationId="{B30F79EE-D851-E9B3-FF5F-9C54E3AFDAB6}"/>
          </ac:picMkLst>
        </pc:picChg>
      </pc:sldChg>
      <pc:sldChg chg="addSp delSp modSp add mod">
        <pc:chgData name="Elia Zovico" userId="365eaa379df50766" providerId="LiveId" clId="{9720A7A8-580F-4B3D-9C8C-34492EC43E9F}" dt="2024-11-28T14:33:50.987" v="557" actId="1038"/>
        <pc:sldMkLst>
          <pc:docMk/>
          <pc:sldMk cId="2369566594" sldId="293"/>
        </pc:sldMkLst>
        <pc:spChg chg="add del mod">
          <ac:chgData name="Elia Zovico" userId="365eaa379df50766" providerId="LiveId" clId="{9720A7A8-580F-4B3D-9C8C-34492EC43E9F}" dt="2024-11-28T14:33:07.356" v="484" actId="478"/>
          <ac:spMkLst>
            <pc:docMk/>
            <pc:sldMk cId="2369566594" sldId="293"/>
            <ac:spMk id="4" creationId="{127FAC92-D74E-7E61-7587-7F28F04A40EB}"/>
          </ac:spMkLst>
        </pc:spChg>
        <pc:picChg chg="del">
          <ac:chgData name="Elia Zovico" userId="365eaa379df50766" providerId="LiveId" clId="{9720A7A8-580F-4B3D-9C8C-34492EC43E9F}" dt="2024-11-28T14:32:23.315" v="479" actId="478"/>
          <ac:picMkLst>
            <pc:docMk/>
            <pc:sldMk cId="2369566594" sldId="293"/>
            <ac:picMk id="6" creationId="{AB3AA181-BE7B-5176-AE90-3574B7527195}"/>
          </ac:picMkLst>
        </pc:picChg>
        <pc:picChg chg="add mod">
          <ac:chgData name="Elia Zovico" userId="365eaa379df50766" providerId="LiveId" clId="{9720A7A8-580F-4B3D-9C8C-34492EC43E9F}" dt="2024-11-28T14:33:50.987" v="557" actId="1038"/>
          <ac:picMkLst>
            <pc:docMk/>
            <pc:sldMk cId="2369566594" sldId="293"/>
            <ac:picMk id="7" creationId="{DADEB8F8-DB36-B0E8-261F-460995EBA473}"/>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titol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BCB2FE90-54CE-277B-EC7C-AD471CBA1122}"/>
              </a:ext>
            </a:extLst>
          </p:cNvPr>
          <p:cNvSpPr>
            <a:spLocks noGrp="1"/>
          </p:cNvSpPr>
          <p:nvPr>
            <p:ph type="ctrTitle"/>
          </p:nvPr>
        </p:nvSpPr>
        <p:spPr>
          <a:xfrm>
            <a:off x="1524000" y="1122363"/>
            <a:ext cx="9144000" cy="2387600"/>
          </a:xfrm>
        </p:spPr>
        <p:txBody>
          <a:bodyPr anchor="b"/>
          <a:lstStyle>
            <a:lvl1pPr algn="ctr">
              <a:defRPr sz="6000"/>
            </a:lvl1pPr>
          </a:lstStyle>
          <a:p>
            <a:r>
              <a:rPr lang="it-IT"/>
              <a:t>Fare clic per modificare lo stile del titolo dello schema</a:t>
            </a:r>
          </a:p>
        </p:txBody>
      </p:sp>
      <p:sp>
        <p:nvSpPr>
          <p:cNvPr id="3" name="Sottotitolo 2">
            <a:extLst>
              <a:ext uri="{FF2B5EF4-FFF2-40B4-BE49-F238E27FC236}">
                <a16:creationId xmlns:a16="http://schemas.microsoft.com/office/drawing/2014/main" id="{843FA0A5-0A8E-A19E-4285-74F575371FF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it-IT"/>
              <a:t>Fare clic per modificare lo stile del sottotitolo dello schema</a:t>
            </a:r>
          </a:p>
        </p:txBody>
      </p:sp>
      <p:sp>
        <p:nvSpPr>
          <p:cNvPr id="4" name="Segnaposto data 3">
            <a:extLst>
              <a:ext uri="{FF2B5EF4-FFF2-40B4-BE49-F238E27FC236}">
                <a16:creationId xmlns:a16="http://schemas.microsoft.com/office/drawing/2014/main" id="{BF1CCAC9-D20D-B516-3885-83D05FD2907D}"/>
              </a:ext>
            </a:extLst>
          </p:cNvPr>
          <p:cNvSpPr>
            <a:spLocks noGrp="1"/>
          </p:cNvSpPr>
          <p:nvPr>
            <p:ph type="dt" sz="half" idx="10"/>
          </p:nvPr>
        </p:nvSpPr>
        <p:spPr/>
        <p:txBody>
          <a:bodyPr/>
          <a:lstStyle/>
          <a:p>
            <a:fld id="{08CD560B-F874-4B1A-ADB2-AEBDF10CA6EA}" type="datetimeFigureOut">
              <a:rPr lang="it-IT" smtClean="0"/>
              <a:t>28/11/2024</a:t>
            </a:fld>
            <a:endParaRPr lang="it-IT"/>
          </a:p>
        </p:txBody>
      </p:sp>
      <p:sp>
        <p:nvSpPr>
          <p:cNvPr id="5" name="Segnaposto piè di pagina 4">
            <a:extLst>
              <a:ext uri="{FF2B5EF4-FFF2-40B4-BE49-F238E27FC236}">
                <a16:creationId xmlns:a16="http://schemas.microsoft.com/office/drawing/2014/main" id="{646452EF-33E1-B3E5-8F56-CD680B35D708}"/>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083DF152-EBE9-58A8-45B5-B6FD2CA483D3}"/>
              </a:ext>
            </a:extLst>
          </p:cNvPr>
          <p:cNvSpPr>
            <a:spLocks noGrp="1"/>
          </p:cNvSpPr>
          <p:nvPr>
            <p:ph type="sldNum" sz="quarter" idx="12"/>
          </p:nvPr>
        </p:nvSpPr>
        <p:spPr/>
        <p:txBody>
          <a:bodyPr/>
          <a:lstStyle/>
          <a:p>
            <a:fld id="{6EDAE9CC-15C2-4E7F-939F-8A370D9D7BDB}" type="slidenum">
              <a:rPr lang="it-IT" smtClean="0"/>
              <a:t>‹N›</a:t>
            </a:fld>
            <a:endParaRPr lang="it-IT"/>
          </a:p>
        </p:txBody>
      </p:sp>
    </p:spTree>
    <p:extLst>
      <p:ext uri="{BB962C8B-B14F-4D97-AF65-F5344CB8AC3E}">
        <p14:creationId xmlns:p14="http://schemas.microsoft.com/office/powerpoint/2010/main" val="19422811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5FD5071-25D7-03CF-BF6D-90D19B2CB2F6}"/>
              </a:ext>
            </a:extLst>
          </p:cNvPr>
          <p:cNvSpPr>
            <a:spLocks noGrp="1"/>
          </p:cNvSpPr>
          <p:nvPr>
            <p:ph type="title"/>
          </p:nvPr>
        </p:nvSpPr>
        <p:spPr/>
        <p:txBody>
          <a:body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C3065C07-26AF-CABB-516C-A40826BB98C0}"/>
              </a:ext>
            </a:extLst>
          </p:cNvPr>
          <p:cNvSpPr>
            <a:spLocks noGrp="1"/>
          </p:cNvSpPr>
          <p:nvPr>
            <p:ph idx="1"/>
          </p:nvPr>
        </p:nvSpPr>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2B2F6910-03AD-79D5-6BB9-1F6DFB7E0B8D}"/>
              </a:ext>
            </a:extLst>
          </p:cNvPr>
          <p:cNvSpPr>
            <a:spLocks noGrp="1"/>
          </p:cNvSpPr>
          <p:nvPr>
            <p:ph type="dt" sz="half" idx="10"/>
          </p:nvPr>
        </p:nvSpPr>
        <p:spPr/>
        <p:txBody>
          <a:bodyPr/>
          <a:lstStyle/>
          <a:p>
            <a:fld id="{08CD560B-F874-4B1A-ADB2-AEBDF10CA6EA}" type="datetimeFigureOut">
              <a:rPr lang="it-IT" smtClean="0"/>
              <a:t>28/11/2024</a:t>
            </a:fld>
            <a:endParaRPr lang="it-IT"/>
          </a:p>
        </p:txBody>
      </p:sp>
      <p:sp>
        <p:nvSpPr>
          <p:cNvPr id="5" name="Segnaposto piè di pagina 4">
            <a:extLst>
              <a:ext uri="{FF2B5EF4-FFF2-40B4-BE49-F238E27FC236}">
                <a16:creationId xmlns:a16="http://schemas.microsoft.com/office/drawing/2014/main" id="{CD788B2C-673E-D878-610E-E77052F15B53}"/>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C510DE05-8C7E-4B5B-A065-FE7A4AEB183D}"/>
              </a:ext>
            </a:extLst>
          </p:cNvPr>
          <p:cNvSpPr>
            <a:spLocks noGrp="1"/>
          </p:cNvSpPr>
          <p:nvPr>
            <p:ph type="sldNum" sz="quarter" idx="12"/>
          </p:nvPr>
        </p:nvSpPr>
        <p:spPr/>
        <p:txBody>
          <a:bodyPr/>
          <a:lstStyle/>
          <a:p>
            <a:fld id="{6EDAE9CC-15C2-4E7F-939F-8A370D9D7BDB}" type="slidenum">
              <a:rPr lang="it-IT" smtClean="0"/>
              <a:t>‹N›</a:t>
            </a:fld>
            <a:endParaRPr lang="it-IT"/>
          </a:p>
        </p:txBody>
      </p:sp>
    </p:spTree>
    <p:extLst>
      <p:ext uri="{BB962C8B-B14F-4D97-AF65-F5344CB8AC3E}">
        <p14:creationId xmlns:p14="http://schemas.microsoft.com/office/powerpoint/2010/main" val="22700470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Intestazione sezione">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C5FB5F05-EC1D-F507-3057-9EDC88736763}"/>
              </a:ext>
            </a:extLst>
          </p:cNvPr>
          <p:cNvSpPr>
            <a:spLocks noGrp="1"/>
          </p:cNvSpPr>
          <p:nvPr>
            <p:ph type="title"/>
          </p:nvPr>
        </p:nvSpPr>
        <p:spPr>
          <a:xfrm>
            <a:off x="831850" y="1709738"/>
            <a:ext cx="10515600" cy="2852737"/>
          </a:xfrm>
        </p:spPr>
        <p:txBody>
          <a:bodyPr anchor="b"/>
          <a:lstStyle>
            <a:lvl1pPr>
              <a:defRPr sz="6000"/>
            </a:lvl1pPr>
          </a:lstStyle>
          <a:p>
            <a:r>
              <a:rPr lang="it-IT"/>
              <a:t>Fare clic per modificare lo stile del titolo dello schema</a:t>
            </a:r>
          </a:p>
        </p:txBody>
      </p:sp>
      <p:sp>
        <p:nvSpPr>
          <p:cNvPr id="3" name="Segnaposto testo 2">
            <a:extLst>
              <a:ext uri="{FF2B5EF4-FFF2-40B4-BE49-F238E27FC236}">
                <a16:creationId xmlns:a16="http://schemas.microsoft.com/office/drawing/2014/main" id="{A59254D9-D439-9BD5-05CC-5D6B2D03ABB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it-IT"/>
              <a:t>Fare clic per modificare gli stili del testo dello schema</a:t>
            </a:r>
          </a:p>
        </p:txBody>
      </p:sp>
      <p:sp>
        <p:nvSpPr>
          <p:cNvPr id="4" name="Segnaposto data 3">
            <a:extLst>
              <a:ext uri="{FF2B5EF4-FFF2-40B4-BE49-F238E27FC236}">
                <a16:creationId xmlns:a16="http://schemas.microsoft.com/office/drawing/2014/main" id="{D9AA750F-3F17-5EB1-E50D-D6F12568E615}"/>
              </a:ext>
            </a:extLst>
          </p:cNvPr>
          <p:cNvSpPr>
            <a:spLocks noGrp="1"/>
          </p:cNvSpPr>
          <p:nvPr>
            <p:ph type="dt" sz="half" idx="10"/>
          </p:nvPr>
        </p:nvSpPr>
        <p:spPr/>
        <p:txBody>
          <a:bodyPr/>
          <a:lstStyle/>
          <a:p>
            <a:fld id="{08CD560B-F874-4B1A-ADB2-AEBDF10CA6EA}" type="datetimeFigureOut">
              <a:rPr lang="it-IT" smtClean="0"/>
              <a:t>28/11/2024</a:t>
            </a:fld>
            <a:endParaRPr lang="it-IT"/>
          </a:p>
        </p:txBody>
      </p:sp>
      <p:sp>
        <p:nvSpPr>
          <p:cNvPr id="5" name="Segnaposto piè di pagina 4">
            <a:extLst>
              <a:ext uri="{FF2B5EF4-FFF2-40B4-BE49-F238E27FC236}">
                <a16:creationId xmlns:a16="http://schemas.microsoft.com/office/drawing/2014/main" id="{DE20D7C1-B6C3-B57A-FDA3-C99B25AE53EB}"/>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1D1E6113-6384-6452-A0CD-C71D04EA82F9}"/>
              </a:ext>
            </a:extLst>
          </p:cNvPr>
          <p:cNvSpPr>
            <a:spLocks noGrp="1"/>
          </p:cNvSpPr>
          <p:nvPr>
            <p:ph type="sldNum" sz="quarter" idx="12"/>
          </p:nvPr>
        </p:nvSpPr>
        <p:spPr/>
        <p:txBody>
          <a:bodyPr/>
          <a:lstStyle/>
          <a:p>
            <a:fld id="{6EDAE9CC-15C2-4E7F-939F-8A370D9D7BDB}" type="slidenum">
              <a:rPr lang="it-IT" smtClean="0"/>
              <a:t>‹N›</a:t>
            </a:fld>
            <a:endParaRPr lang="it-IT"/>
          </a:p>
        </p:txBody>
      </p:sp>
    </p:spTree>
    <p:extLst>
      <p:ext uri="{BB962C8B-B14F-4D97-AF65-F5344CB8AC3E}">
        <p14:creationId xmlns:p14="http://schemas.microsoft.com/office/powerpoint/2010/main" val="38129719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e contenuti">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C4955D50-0A7A-1734-D58B-F3F6660A3024}"/>
              </a:ext>
            </a:extLst>
          </p:cNvPr>
          <p:cNvSpPr>
            <a:spLocks noGrp="1"/>
          </p:cNvSpPr>
          <p:nvPr>
            <p:ph type="title"/>
          </p:nvPr>
        </p:nvSpPr>
        <p:spPr/>
        <p:txBody>
          <a:body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DDFF8BDE-423F-34DD-38CB-C05D179907F2}"/>
              </a:ext>
            </a:extLst>
          </p:cNvPr>
          <p:cNvSpPr>
            <a:spLocks noGrp="1"/>
          </p:cNvSpPr>
          <p:nvPr>
            <p:ph sz="half" idx="1"/>
          </p:nvPr>
        </p:nvSpPr>
        <p:spPr>
          <a:xfrm>
            <a:off x="838200" y="1825625"/>
            <a:ext cx="5181600" cy="435133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contenuto 3">
            <a:extLst>
              <a:ext uri="{FF2B5EF4-FFF2-40B4-BE49-F238E27FC236}">
                <a16:creationId xmlns:a16="http://schemas.microsoft.com/office/drawing/2014/main" id="{48E9EA02-07F1-ED24-26CC-BB1E13368197}"/>
              </a:ext>
            </a:extLst>
          </p:cNvPr>
          <p:cNvSpPr>
            <a:spLocks noGrp="1"/>
          </p:cNvSpPr>
          <p:nvPr>
            <p:ph sz="half" idx="2"/>
          </p:nvPr>
        </p:nvSpPr>
        <p:spPr>
          <a:xfrm>
            <a:off x="6172200" y="1825625"/>
            <a:ext cx="5181600" cy="435133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5" name="Segnaposto data 4">
            <a:extLst>
              <a:ext uri="{FF2B5EF4-FFF2-40B4-BE49-F238E27FC236}">
                <a16:creationId xmlns:a16="http://schemas.microsoft.com/office/drawing/2014/main" id="{C18F2362-C287-79AD-761D-A84429685CDC}"/>
              </a:ext>
            </a:extLst>
          </p:cNvPr>
          <p:cNvSpPr>
            <a:spLocks noGrp="1"/>
          </p:cNvSpPr>
          <p:nvPr>
            <p:ph type="dt" sz="half" idx="10"/>
          </p:nvPr>
        </p:nvSpPr>
        <p:spPr/>
        <p:txBody>
          <a:bodyPr/>
          <a:lstStyle/>
          <a:p>
            <a:fld id="{08CD560B-F874-4B1A-ADB2-AEBDF10CA6EA}" type="datetimeFigureOut">
              <a:rPr lang="it-IT" smtClean="0"/>
              <a:t>28/11/2024</a:t>
            </a:fld>
            <a:endParaRPr lang="it-IT"/>
          </a:p>
        </p:txBody>
      </p:sp>
      <p:sp>
        <p:nvSpPr>
          <p:cNvPr id="6" name="Segnaposto piè di pagina 5">
            <a:extLst>
              <a:ext uri="{FF2B5EF4-FFF2-40B4-BE49-F238E27FC236}">
                <a16:creationId xmlns:a16="http://schemas.microsoft.com/office/drawing/2014/main" id="{A5BD33F8-2413-0E9F-553C-A3E46D9B28B9}"/>
              </a:ext>
            </a:extLst>
          </p:cNvPr>
          <p:cNvSpPr>
            <a:spLocks noGrp="1"/>
          </p:cNvSpPr>
          <p:nvPr>
            <p:ph type="ftr" sz="quarter" idx="11"/>
          </p:nvPr>
        </p:nvSpPr>
        <p:spPr/>
        <p:txBody>
          <a:bodyPr/>
          <a:lstStyle/>
          <a:p>
            <a:endParaRPr lang="it-IT"/>
          </a:p>
        </p:txBody>
      </p:sp>
      <p:sp>
        <p:nvSpPr>
          <p:cNvPr id="7" name="Segnaposto numero diapositiva 6">
            <a:extLst>
              <a:ext uri="{FF2B5EF4-FFF2-40B4-BE49-F238E27FC236}">
                <a16:creationId xmlns:a16="http://schemas.microsoft.com/office/drawing/2014/main" id="{C7E85730-ED4A-5936-0BF6-1B2AE357EA55}"/>
              </a:ext>
            </a:extLst>
          </p:cNvPr>
          <p:cNvSpPr>
            <a:spLocks noGrp="1"/>
          </p:cNvSpPr>
          <p:nvPr>
            <p:ph type="sldNum" sz="quarter" idx="12"/>
          </p:nvPr>
        </p:nvSpPr>
        <p:spPr/>
        <p:txBody>
          <a:bodyPr/>
          <a:lstStyle/>
          <a:p>
            <a:fld id="{6EDAE9CC-15C2-4E7F-939F-8A370D9D7BDB}" type="slidenum">
              <a:rPr lang="it-IT" smtClean="0"/>
              <a:t>‹N›</a:t>
            </a:fld>
            <a:endParaRPr lang="it-IT"/>
          </a:p>
        </p:txBody>
      </p:sp>
    </p:spTree>
    <p:extLst>
      <p:ext uri="{BB962C8B-B14F-4D97-AF65-F5344CB8AC3E}">
        <p14:creationId xmlns:p14="http://schemas.microsoft.com/office/powerpoint/2010/main" val="35553224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nfront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07BE9C37-605F-6481-057D-2708AC1AD627}"/>
              </a:ext>
            </a:extLst>
          </p:cNvPr>
          <p:cNvSpPr>
            <a:spLocks noGrp="1"/>
          </p:cNvSpPr>
          <p:nvPr>
            <p:ph type="title"/>
          </p:nvPr>
        </p:nvSpPr>
        <p:spPr>
          <a:xfrm>
            <a:off x="839788" y="365125"/>
            <a:ext cx="10515600" cy="1325563"/>
          </a:xfrm>
        </p:spPr>
        <p:txBody>
          <a:bodyPr/>
          <a:lstStyle/>
          <a:p>
            <a:r>
              <a:rPr lang="it-IT"/>
              <a:t>Fare clic per modificare lo stile del titolo dello schema</a:t>
            </a:r>
          </a:p>
        </p:txBody>
      </p:sp>
      <p:sp>
        <p:nvSpPr>
          <p:cNvPr id="3" name="Segnaposto testo 2">
            <a:extLst>
              <a:ext uri="{FF2B5EF4-FFF2-40B4-BE49-F238E27FC236}">
                <a16:creationId xmlns:a16="http://schemas.microsoft.com/office/drawing/2014/main" id="{F6227292-B2DC-C126-7848-52A87B80712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4" name="Segnaposto contenuto 3">
            <a:extLst>
              <a:ext uri="{FF2B5EF4-FFF2-40B4-BE49-F238E27FC236}">
                <a16:creationId xmlns:a16="http://schemas.microsoft.com/office/drawing/2014/main" id="{87850F2F-6E66-010F-20F5-69B0184906DF}"/>
              </a:ext>
            </a:extLst>
          </p:cNvPr>
          <p:cNvSpPr>
            <a:spLocks noGrp="1"/>
          </p:cNvSpPr>
          <p:nvPr>
            <p:ph sz="half" idx="2"/>
          </p:nvPr>
        </p:nvSpPr>
        <p:spPr>
          <a:xfrm>
            <a:off x="839788" y="2505075"/>
            <a:ext cx="5157787" cy="368458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5" name="Segnaposto testo 4">
            <a:extLst>
              <a:ext uri="{FF2B5EF4-FFF2-40B4-BE49-F238E27FC236}">
                <a16:creationId xmlns:a16="http://schemas.microsoft.com/office/drawing/2014/main" id="{8971BAB0-FD5B-4F9A-6EF8-05F28B3B71C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6" name="Segnaposto contenuto 5">
            <a:extLst>
              <a:ext uri="{FF2B5EF4-FFF2-40B4-BE49-F238E27FC236}">
                <a16:creationId xmlns:a16="http://schemas.microsoft.com/office/drawing/2014/main" id="{F86F0F30-3440-126E-1D3D-F80478CF19A4}"/>
              </a:ext>
            </a:extLst>
          </p:cNvPr>
          <p:cNvSpPr>
            <a:spLocks noGrp="1"/>
          </p:cNvSpPr>
          <p:nvPr>
            <p:ph sz="quarter" idx="4"/>
          </p:nvPr>
        </p:nvSpPr>
        <p:spPr>
          <a:xfrm>
            <a:off x="6172200" y="2505075"/>
            <a:ext cx="5183188" cy="368458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7" name="Segnaposto data 6">
            <a:extLst>
              <a:ext uri="{FF2B5EF4-FFF2-40B4-BE49-F238E27FC236}">
                <a16:creationId xmlns:a16="http://schemas.microsoft.com/office/drawing/2014/main" id="{1DD6745F-E095-3458-4C63-E5C789B2AECD}"/>
              </a:ext>
            </a:extLst>
          </p:cNvPr>
          <p:cNvSpPr>
            <a:spLocks noGrp="1"/>
          </p:cNvSpPr>
          <p:nvPr>
            <p:ph type="dt" sz="half" idx="10"/>
          </p:nvPr>
        </p:nvSpPr>
        <p:spPr/>
        <p:txBody>
          <a:bodyPr/>
          <a:lstStyle/>
          <a:p>
            <a:fld id="{08CD560B-F874-4B1A-ADB2-AEBDF10CA6EA}" type="datetimeFigureOut">
              <a:rPr lang="it-IT" smtClean="0"/>
              <a:t>28/11/2024</a:t>
            </a:fld>
            <a:endParaRPr lang="it-IT"/>
          </a:p>
        </p:txBody>
      </p:sp>
      <p:sp>
        <p:nvSpPr>
          <p:cNvPr id="8" name="Segnaposto piè di pagina 7">
            <a:extLst>
              <a:ext uri="{FF2B5EF4-FFF2-40B4-BE49-F238E27FC236}">
                <a16:creationId xmlns:a16="http://schemas.microsoft.com/office/drawing/2014/main" id="{B637DEE7-94EB-53C4-D5B4-32D72E7E69C5}"/>
              </a:ext>
            </a:extLst>
          </p:cNvPr>
          <p:cNvSpPr>
            <a:spLocks noGrp="1"/>
          </p:cNvSpPr>
          <p:nvPr>
            <p:ph type="ftr" sz="quarter" idx="11"/>
          </p:nvPr>
        </p:nvSpPr>
        <p:spPr/>
        <p:txBody>
          <a:bodyPr/>
          <a:lstStyle/>
          <a:p>
            <a:endParaRPr lang="it-IT"/>
          </a:p>
        </p:txBody>
      </p:sp>
      <p:sp>
        <p:nvSpPr>
          <p:cNvPr id="9" name="Segnaposto numero diapositiva 8">
            <a:extLst>
              <a:ext uri="{FF2B5EF4-FFF2-40B4-BE49-F238E27FC236}">
                <a16:creationId xmlns:a16="http://schemas.microsoft.com/office/drawing/2014/main" id="{0A7BC979-8E70-1F5E-277B-042848C226CE}"/>
              </a:ext>
            </a:extLst>
          </p:cNvPr>
          <p:cNvSpPr>
            <a:spLocks noGrp="1"/>
          </p:cNvSpPr>
          <p:nvPr>
            <p:ph type="sldNum" sz="quarter" idx="12"/>
          </p:nvPr>
        </p:nvSpPr>
        <p:spPr/>
        <p:txBody>
          <a:bodyPr/>
          <a:lstStyle/>
          <a:p>
            <a:fld id="{6EDAE9CC-15C2-4E7F-939F-8A370D9D7BDB}" type="slidenum">
              <a:rPr lang="it-IT" smtClean="0"/>
              <a:t>‹N›</a:t>
            </a:fld>
            <a:endParaRPr lang="it-IT"/>
          </a:p>
        </p:txBody>
      </p:sp>
    </p:spTree>
    <p:extLst>
      <p:ext uri="{BB962C8B-B14F-4D97-AF65-F5344CB8AC3E}">
        <p14:creationId xmlns:p14="http://schemas.microsoft.com/office/powerpoint/2010/main" val="7816128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titol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3B973F89-DF2A-C6CC-84B0-AC77C63AE5CF}"/>
              </a:ext>
            </a:extLst>
          </p:cNvPr>
          <p:cNvSpPr>
            <a:spLocks noGrp="1"/>
          </p:cNvSpPr>
          <p:nvPr>
            <p:ph type="title"/>
          </p:nvPr>
        </p:nvSpPr>
        <p:spPr/>
        <p:txBody>
          <a:bodyPr/>
          <a:lstStyle/>
          <a:p>
            <a:r>
              <a:rPr lang="it-IT"/>
              <a:t>Fare clic per modificare lo stile del titolo dello schema</a:t>
            </a:r>
          </a:p>
        </p:txBody>
      </p:sp>
      <p:sp>
        <p:nvSpPr>
          <p:cNvPr id="3" name="Segnaposto data 2">
            <a:extLst>
              <a:ext uri="{FF2B5EF4-FFF2-40B4-BE49-F238E27FC236}">
                <a16:creationId xmlns:a16="http://schemas.microsoft.com/office/drawing/2014/main" id="{8ECCB614-5434-24CA-793C-06836852C7DD}"/>
              </a:ext>
            </a:extLst>
          </p:cNvPr>
          <p:cNvSpPr>
            <a:spLocks noGrp="1"/>
          </p:cNvSpPr>
          <p:nvPr>
            <p:ph type="dt" sz="half" idx="10"/>
          </p:nvPr>
        </p:nvSpPr>
        <p:spPr/>
        <p:txBody>
          <a:bodyPr/>
          <a:lstStyle/>
          <a:p>
            <a:fld id="{08CD560B-F874-4B1A-ADB2-AEBDF10CA6EA}" type="datetimeFigureOut">
              <a:rPr lang="it-IT" smtClean="0"/>
              <a:t>28/11/2024</a:t>
            </a:fld>
            <a:endParaRPr lang="it-IT"/>
          </a:p>
        </p:txBody>
      </p:sp>
      <p:sp>
        <p:nvSpPr>
          <p:cNvPr id="4" name="Segnaposto piè di pagina 3">
            <a:extLst>
              <a:ext uri="{FF2B5EF4-FFF2-40B4-BE49-F238E27FC236}">
                <a16:creationId xmlns:a16="http://schemas.microsoft.com/office/drawing/2014/main" id="{8D2D1877-9859-030B-834C-2CDB397E688C}"/>
              </a:ext>
            </a:extLst>
          </p:cNvPr>
          <p:cNvSpPr>
            <a:spLocks noGrp="1"/>
          </p:cNvSpPr>
          <p:nvPr>
            <p:ph type="ftr" sz="quarter" idx="11"/>
          </p:nvPr>
        </p:nvSpPr>
        <p:spPr/>
        <p:txBody>
          <a:bodyPr/>
          <a:lstStyle/>
          <a:p>
            <a:endParaRPr lang="it-IT"/>
          </a:p>
        </p:txBody>
      </p:sp>
      <p:sp>
        <p:nvSpPr>
          <p:cNvPr id="5" name="Segnaposto numero diapositiva 4">
            <a:extLst>
              <a:ext uri="{FF2B5EF4-FFF2-40B4-BE49-F238E27FC236}">
                <a16:creationId xmlns:a16="http://schemas.microsoft.com/office/drawing/2014/main" id="{D8F0831C-5EF7-0832-DC33-AA858D0DDCA2}"/>
              </a:ext>
            </a:extLst>
          </p:cNvPr>
          <p:cNvSpPr>
            <a:spLocks noGrp="1"/>
          </p:cNvSpPr>
          <p:nvPr>
            <p:ph type="sldNum" sz="quarter" idx="12"/>
          </p:nvPr>
        </p:nvSpPr>
        <p:spPr/>
        <p:txBody>
          <a:bodyPr/>
          <a:lstStyle/>
          <a:p>
            <a:fld id="{6EDAE9CC-15C2-4E7F-939F-8A370D9D7BDB}" type="slidenum">
              <a:rPr lang="it-IT" smtClean="0"/>
              <a:t>‹N›</a:t>
            </a:fld>
            <a:endParaRPr lang="it-IT"/>
          </a:p>
        </p:txBody>
      </p:sp>
    </p:spTree>
    <p:extLst>
      <p:ext uri="{BB962C8B-B14F-4D97-AF65-F5344CB8AC3E}">
        <p14:creationId xmlns:p14="http://schemas.microsoft.com/office/powerpoint/2010/main" val="13880324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uota">
    <p:spTree>
      <p:nvGrpSpPr>
        <p:cNvPr id="1" name=""/>
        <p:cNvGrpSpPr/>
        <p:nvPr/>
      </p:nvGrpSpPr>
      <p:grpSpPr>
        <a:xfrm>
          <a:off x="0" y="0"/>
          <a:ext cx="0" cy="0"/>
          <a:chOff x="0" y="0"/>
          <a:chExt cx="0" cy="0"/>
        </a:xfrm>
      </p:grpSpPr>
      <p:sp>
        <p:nvSpPr>
          <p:cNvPr id="2" name="Segnaposto data 1">
            <a:extLst>
              <a:ext uri="{FF2B5EF4-FFF2-40B4-BE49-F238E27FC236}">
                <a16:creationId xmlns:a16="http://schemas.microsoft.com/office/drawing/2014/main" id="{0CC6E379-788F-AAF3-43F7-400C2C15E99E}"/>
              </a:ext>
            </a:extLst>
          </p:cNvPr>
          <p:cNvSpPr>
            <a:spLocks noGrp="1"/>
          </p:cNvSpPr>
          <p:nvPr>
            <p:ph type="dt" sz="half" idx="10"/>
          </p:nvPr>
        </p:nvSpPr>
        <p:spPr/>
        <p:txBody>
          <a:bodyPr/>
          <a:lstStyle/>
          <a:p>
            <a:fld id="{08CD560B-F874-4B1A-ADB2-AEBDF10CA6EA}" type="datetimeFigureOut">
              <a:rPr lang="it-IT" smtClean="0"/>
              <a:t>28/11/2024</a:t>
            </a:fld>
            <a:endParaRPr lang="it-IT"/>
          </a:p>
        </p:txBody>
      </p:sp>
      <p:sp>
        <p:nvSpPr>
          <p:cNvPr id="3" name="Segnaposto piè di pagina 2">
            <a:extLst>
              <a:ext uri="{FF2B5EF4-FFF2-40B4-BE49-F238E27FC236}">
                <a16:creationId xmlns:a16="http://schemas.microsoft.com/office/drawing/2014/main" id="{2372107E-A9A1-5F1B-18E7-259C37F5EFE3}"/>
              </a:ext>
            </a:extLst>
          </p:cNvPr>
          <p:cNvSpPr>
            <a:spLocks noGrp="1"/>
          </p:cNvSpPr>
          <p:nvPr>
            <p:ph type="ftr" sz="quarter" idx="11"/>
          </p:nvPr>
        </p:nvSpPr>
        <p:spPr/>
        <p:txBody>
          <a:bodyPr/>
          <a:lstStyle/>
          <a:p>
            <a:endParaRPr lang="it-IT"/>
          </a:p>
        </p:txBody>
      </p:sp>
      <p:sp>
        <p:nvSpPr>
          <p:cNvPr id="4" name="Segnaposto numero diapositiva 3">
            <a:extLst>
              <a:ext uri="{FF2B5EF4-FFF2-40B4-BE49-F238E27FC236}">
                <a16:creationId xmlns:a16="http://schemas.microsoft.com/office/drawing/2014/main" id="{9F2464E2-8FEA-21C0-06FD-72149E3A577E}"/>
              </a:ext>
            </a:extLst>
          </p:cNvPr>
          <p:cNvSpPr>
            <a:spLocks noGrp="1"/>
          </p:cNvSpPr>
          <p:nvPr>
            <p:ph type="sldNum" sz="quarter" idx="12"/>
          </p:nvPr>
        </p:nvSpPr>
        <p:spPr/>
        <p:txBody>
          <a:bodyPr/>
          <a:lstStyle/>
          <a:p>
            <a:fld id="{6EDAE9CC-15C2-4E7F-939F-8A370D9D7BDB}" type="slidenum">
              <a:rPr lang="it-IT" smtClean="0"/>
              <a:t>‹N›</a:t>
            </a:fld>
            <a:endParaRPr lang="it-IT"/>
          </a:p>
        </p:txBody>
      </p:sp>
    </p:spTree>
    <p:extLst>
      <p:ext uri="{BB962C8B-B14F-4D97-AF65-F5344CB8AC3E}">
        <p14:creationId xmlns:p14="http://schemas.microsoft.com/office/powerpoint/2010/main" val="1106980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to con didascalia">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ED8F1247-1C6A-E872-607F-D893A8C33E38}"/>
              </a:ext>
            </a:extLst>
          </p:cNvPr>
          <p:cNvSpPr>
            <a:spLocks noGrp="1"/>
          </p:cNvSpPr>
          <p:nvPr>
            <p:ph type="title"/>
          </p:nvPr>
        </p:nvSpPr>
        <p:spPr>
          <a:xfrm>
            <a:off x="839788" y="457200"/>
            <a:ext cx="3932237" cy="1600200"/>
          </a:xfrm>
        </p:spPr>
        <p:txBody>
          <a:bodyPr anchor="b"/>
          <a:lstStyle>
            <a:lvl1pPr>
              <a:defRPr sz="3200"/>
            </a:lvl1p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93DAC6AC-EA08-2D17-B40F-1DA0394B5EE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testo 3">
            <a:extLst>
              <a:ext uri="{FF2B5EF4-FFF2-40B4-BE49-F238E27FC236}">
                <a16:creationId xmlns:a16="http://schemas.microsoft.com/office/drawing/2014/main" id="{5077FF9A-226D-C73D-0F50-13415DCB169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5" name="Segnaposto data 4">
            <a:extLst>
              <a:ext uri="{FF2B5EF4-FFF2-40B4-BE49-F238E27FC236}">
                <a16:creationId xmlns:a16="http://schemas.microsoft.com/office/drawing/2014/main" id="{61ABF668-436B-E058-822B-D9B738CDCC10}"/>
              </a:ext>
            </a:extLst>
          </p:cNvPr>
          <p:cNvSpPr>
            <a:spLocks noGrp="1"/>
          </p:cNvSpPr>
          <p:nvPr>
            <p:ph type="dt" sz="half" idx="10"/>
          </p:nvPr>
        </p:nvSpPr>
        <p:spPr/>
        <p:txBody>
          <a:bodyPr/>
          <a:lstStyle/>
          <a:p>
            <a:fld id="{08CD560B-F874-4B1A-ADB2-AEBDF10CA6EA}" type="datetimeFigureOut">
              <a:rPr lang="it-IT" smtClean="0"/>
              <a:t>28/11/2024</a:t>
            </a:fld>
            <a:endParaRPr lang="it-IT"/>
          </a:p>
        </p:txBody>
      </p:sp>
      <p:sp>
        <p:nvSpPr>
          <p:cNvPr id="6" name="Segnaposto piè di pagina 5">
            <a:extLst>
              <a:ext uri="{FF2B5EF4-FFF2-40B4-BE49-F238E27FC236}">
                <a16:creationId xmlns:a16="http://schemas.microsoft.com/office/drawing/2014/main" id="{DDC1869A-0F48-C397-0D1A-4E373600D407}"/>
              </a:ext>
            </a:extLst>
          </p:cNvPr>
          <p:cNvSpPr>
            <a:spLocks noGrp="1"/>
          </p:cNvSpPr>
          <p:nvPr>
            <p:ph type="ftr" sz="quarter" idx="11"/>
          </p:nvPr>
        </p:nvSpPr>
        <p:spPr/>
        <p:txBody>
          <a:bodyPr/>
          <a:lstStyle/>
          <a:p>
            <a:endParaRPr lang="it-IT"/>
          </a:p>
        </p:txBody>
      </p:sp>
      <p:sp>
        <p:nvSpPr>
          <p:cNvPr id="7" name="Segnaposto numero diapositiva 6">
            <a:extLst>
              <a:ext uri="{FF2B5EF4-FFF2-40B4-BE49-F238E27FC236}">
                <a16:creationId xmlns:a16="http://schemas.microsoft.com/office/drawing/2014/main" id="{3EBDEF12-A56D-61F9-5EB6-751017F2FA72}"/>
              </a:ext>
            </a:extLst>
          </p:cNvPr>
          <p:cNvSpPr>
            <a:spLocks noGrp="1"/>
          </p:cNvSpPr>
          <p:nvPr>
            <p:ph type="sldNum" sz="quarter" idx="12"/>
          </p:nvPr>
        </p:nvSpPr>
        <p:spPr/>
        <p:txBody>
          <a:bodyPr/>
          <a:lstStyle/>
          <a:p>
            <a:fld id="{6EDAE9CC-15C2-4E7F-939F-8A370D9D7BDB}" type="slidenum">
              <a:rPr lang="it-IT" smtClean="0"/>
              <a:t>‹N›</a:t>
            </a:fld>
            <a:endParaRPr lang="it-IT"/>
          </a:p>
        </p:txBody>
      </p:sp>
    </p:spTree>
    <p:extLst>
      <p:ext uri="{BB962C8B-B14F-4D97-AF65-F5344CB8AC3E}">
        <p14:creationId xmlns:p14="http://schemas.microsoft.com/office/powerpoint/2010/main" val="8812991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magine con didascalia">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A906C28E-D110-2296-CADE-8703601A21CE}"/>
              </a:ext>
            </a:extLst>
          </p:cNvPr>
          <p:cNvSpPr>
            <a:spLocks noGrp="1"/>
          </p:cNvSpPr>
          <p:nvPr>
            <p:ph type="title"/>
          </p:nvPr>
        </p:nvSpPr>
        <p:spPr>
          <a:xfrm>
            <a:off x="839788" y="457200"/>
            <a:ext cx="3932237" cy="1600200"/>
          </a:xfrm>
        </p:spPr>
        <p:txBody>
          <a:bodyPr anchor="b"/>
          <a:lstStyle>
            <a:lvl1pPr>
              <a:defRPr sz="3200"/>
            </a:lvl1pPr>
          </a:lstStyle>
          <a:p>
            <a:r>
              <a:rPr lang="it-IT"/>
              <a:t>Fare clic per modificare lo stile del titolo dello schema</a:t>
            </a:r>
          </a:p>
        </p:txBody>
      </p:sp>
      <p:sp>
        <p:nvSpPr>
          <p:cNvPr id="3" name="Segnaposto immagine 2">
            <a:extLst>
              <a:ext uri="{FF2B5EF4-FFF2-40B4-BE49-F238E27FC236}">
                <a16:creationId xmlns:a16="http://schemas.microsoft.com/office/drawing/2014/main" id="{613F06F5-1A38-C76E-3808-4A12D53245B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it-IT"/>
          </a:p>
        </p:txBody>
      </p:sp>
      <p:sp>
        <p:nvSpPr>
          <p:cNvPr id="4" name="Segnaposto testo 3">
            <a:extLst>
              <a:ext uri="{FF2B5EF4-FFF2-40B4-BE49-F238E27FC236}">
                <a16:creationId xmlns:a16="http://schemas.microsoft.com/office/drawing/2014/main" id="{62C127B6-616F-E354-9360-BED43132664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5" name="Segnaposto data 4">
            <a:extLst>
              <a:ext uri="{FF2B5EF4-FFF2-40B4-BE49-F238E27FC236}">
                <a16:creationId xmlns:a16="http://schemas.microsoft.com/office/drawing/2014/main" id="{514729FA-1B7B-B479-5614-5F578F630744}"/>
              </a:ext>
            </a:extLst>
          </p:cNvPr>
          <p:cNvSpPr>
            <a:spLocks noGrp="1"/>
          </p:cNvSpPr>
          <p:nvPr>
            <p:ph type="dt" sz="half" idx="10"/>
          </p:nvPr>
        </p:nvSpPr>
        <p:spPr/>
        <p:txBody>
          <a:bodyPr/>
          <a:lstStyle/>
          <a:p>
            <a:fld id="{08CD560B-F874-4B1A-ADB2-AEBDF10CA6EA}" type="datetimeFigureOut">
              <a:rPr lang="it-IT" smtClean="0"/>
              <a:t>28/11/2024</a:t>
            </a:fld>
            <a:endParaRPr lang="it-IT"/>
          </a:p>
        </p:txBody>
      </p:sp>
      <p:sp>
        <p:nvSpPr>
          <p:cNvPr id="6" name="Segnaposto piè di pagina 5">
            <a:extLst>
              <a:ext uri="{FF2B5EF4-FFF2-40B4-BE49-F238E27FC236}">
                <a16:creationId xmlns:a16="http://schemas.microsoft.com/office/drawing/2014/main" id="{FD79AF4A-BD09-B004-CF0E-8042588C3BB1}"/>
              </a:ext>
            </a:extLst>
          </p:cNvPr>
          <p:cNvSpPr>
            <a:spLocks noGrp="1"/>
          </p:cNvSpPr>
          <p:nvPr>
            <p:ph type="ftr" sz="quarter" idx="11"/>
          </p:nvPr>
        </p:nvSpPr>
        <p:spPr/>
        <p:txBody>
          <a:bodyPr/>
          <a:lstStyle/>
          <a:p>
            <a:endParaRPr lang="it-IT"/>
          </a:p>
        </p:txBody>
      </p:sp>
      <p:sp>
        <p:nvSpPr>
          <p:cNvPr id="7" name="Segnaposto numero diapositiva 6">
            <a:extLst>
              <a:ext uri="{FF2B5EF4-FFF2-40B4-BE49-F238E27FC236}">
                <a16:creationId xmlns:a16="http://schemas.microsoft.com/office/drawing/2014/main" id="{FEA0D425-BF2A-D64E-24FA-A68424144179}"/>
              </a:ext>
            </a:extLst>
          </p:cNvPr>
          <p:cNvSpPr>
            <a:spLocks noGrp="1"/>
          </p:cNvSpPr>
          <p:nvPr>
            <p:ph type="sldNum" sz="quarter" idx="12"/>
          </p:nvPr>
        </p:nvSpPr>
        <p:spPr/>
        <p:txBody>
          <a:bodyPr/>
          <a:lstStyle/>
          <a:p>
            <a:fld id="{6EDAE9CC-15C2-4E7F-939F-8A370D9D7BDB}" type="slidenum">
              <a:rPr lang="it-IT" smtClean="0"/>
              <a:t>‹N›</a:t>
            </a:fld>
            <a:endParaRPr lang="it-IT"/>
          </a:p>
        </p:txBody>
      </p:sp>
    </p:spTree>
    <p:extLst>
      <p:ext uri="{BB962C8B-B14F-4D97-AF65-F5344CB8AC3E}">
        <p14:creationId xmlns:p14="http://schemas.microsoft.com/office/powerpoint/2010/main" val="37855635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olo e testo verticale">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83EEE5A4-1D99-A234-CEB0-EC5F0612493D}"/>
              </a:ext>
            </a:extLst>
          </p:cNvPr>
          <p:cNvSpPr>
            <a:spLocks noGrp="1"/>
          </p:cNvSpPr>
          <p:nvPr>
            <p:ph type="title"/>
          </p:nvPr>
        </p:nvSpPr>
        <p:spPr/>
        <p:txBody>
          <a:bodyPr/>
          <a:lstStyle/>
          <a:p>
            <a:r>
              <a:rPr lang="it-IT"/>
              <a:t>Fare clic per modificare lo stile del titolo dello schema</a:t>
            </a:r>
          </a:p>
        </p:txBody>
      </p:sp>
      <p:sp>
        <p:nvSpPr>
          <p:cNvPr id="3" name="Segnaposto testo verticale 2">
            <a:extLst>
              <a:ext uri="{FF2B5EF4-FFF2-40B4-BE49-F238E27FC236}">
                <a16:creationId xmlns:a16="http://schemas.microsoft.com/office/drawing/2014/main" id="{E8649E44-FE3A-578A-C201-2C4AFAF93E6E}"/>
              </a:ext>
            </a:extLst>
          </p:cNvPr>
          <p:cNvSpPr>
            <a:spLocks noGrp="1"/>
          </p:cNvSpPr>
          <p:nvPr>
            <p:ph type="body" orient="vert" idx="1"/>
          </p:nvPr>
        </p:nvSpPr>
        <p:spPr/>
        <p:txBody>
          <a:bodyPr vert="eaVe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F12E1918-1E2F-0724-47B1-45CF59D67F64}"/>
              </a:ext>
            </a:extLst>
          </p:cNvPr>
          <p:cNvSpPr>
            <a:spLocks noGrp="1"/>
          </p:cNvSpPr>
          <p:nvPr>
            <p:ph type="dt" sz="half" idx="10"/>
          </p:nvPr>
        </p:nvSpPr>
        <p:spPr/>
        <p:txBody>
          <a:bodyPr/>
          <a:lstStyle/>
          <a:p>
            <a:fld id="{08CD560B-F874-4B1A-ADB2-AEBDF10CA6EA}" type="datetimeFigureOut">
              <a:rPr lang="it-IT" smtClean="0"/>
              <a:t>28/11/2024</a:t>
            </a:fld>
            <a:endParaRPr lang="it-IT"/>
          </a:p>
        </p:txBody>
      </p:sp>
      <p:sp>
        <p:nvSpPr>
          <p:cNvPr id="5" name="Segnaposto piè di pagina 4">
            <a:extLst>
              <a:ext uri="{FF2B5EF4-FFF2-40B4-BE49-F238E27FC236}">
                <a16:creationId xmlns:a16="http://schemas.microsoft.com/office/drawing/2014/main" id="{7E2A94E1-86BB-3AD8-3502-61551069964F}"/>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CCC2790F-1710-F608-5B51-4E73EC042005}"/>
              </a:ext>
            </a:extLst>
          </p:cNvPr>
          <p:cNvSpPr>
            <a:spLocks noGrp="1"/>
          </p:cNvSpPr>
          <p:nvPr>
            <p:ph type="sldNum" sz="quarter" idx="12"/>
          </p:nvPr>
        </p:nvSpPr>
        <p:spPr/>
        <p:txBody>
          <a:bodyPr/>
          <a:lstStyle/>
          <a:p>
            <a:fld id="{6EDAE9CC-15C2-4E7F-939F-8A370D9D7BDB}" type="slidenum">
              <a:rPr lang="it-IT" smtClean="0"/>
              <a:t>‹N›</a:t>
            </a:fld>
            <a:endParaRPr lang="it-IT"/>
          </a:p>
        </p:txBody>
      </p:sp>
    </p:spTree>
    <p:extLst>
      <p:ext uri="{BB962C8B-B14F-4D97-AF65-F5344CB8AC3E}">
        <p14:creationId xmlns:p14="http://schemas.microsoft.com/office/powerpoint/2010/main" val="10864621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1_Titolo e testo verticale">
    <p:spTree>
      <p:nvGrpSpPr>
        <p:cNvPr id="1" name=""/>
        <p:cNvGrpSpPr/>
        <p:nvPr/>
      </p:nvGrpSpPr>
      <p:grpSpPr>
        <a:xfrm>
          <a:off x="0" y="0"/>
          <a:ext cx="0" cy="0"/>
          <a:chOff x="0" y="0"/>
          <a:chExt cx="0" cy="0"/>
        </a:xfrm>
      </p:grpSpPr>
      <p:sp>
        <p:nvSpPr>
          <p:cNvPr id="2" name="Titolo verticale 1">
            <a:extLst>
              <a:ext uri="{FF2B5EF4-FFF2-40B4-BE49-F238E27FC236}">
                <a16:creationId xmlns:a16="http://schemas.microsoft.com/office/drawing/2014/main" id="{AA8D6180-999F-688C-F2A8-DF26EA11C456}"/>
              </a:ext>
            </a:extLst>
          </p:cNvPr>
          <p:cNvSpPr>
            <a:spLocks noGrp="1"/>
          </p:cNvSpPr>
          <p:nvPr>
            <p:ph type="title" orient="vert"/>
          </p:nvPr>
        </p:nvSpPr>
        <p:spPr>
          <a:xfrm>
            <a:off x="8724900" y="365125"/>
            <a:ext cx="2628900" cy="5811838"/>
          </a:xfrm>
        </p:spPr>
        <p:txBody>
          <a:bodyPr vert="eaVert"/>
          <a:lstStyle/>
          <a:p>
            <a:r>
              <a:rPr lang="it-IT"/>
              <a:t>Fare clic per modificare lo stile del titolo dello schema</a:t>
            </a:r>
          </a:p>
        </p:txBody>
      </p:sp>
      <p:sp>
        <p:nvSpPr>
          <p:cNvPr id="3" name="Segnaposto testo verticale 2">
            <a:extLst>
              <a:ext uri="{FF2B5EF4-FFF2-40B4-BE49-F238E27FC236}">
                <a16:creationId xmlns:a16="http://schemas.microsoft.com/office/drawing/2014/main" id="{0997F2BB-0006-61AA-8856-DB7D17664AA4}"/>
              </a:ext>
            </a:extLst>
          </p:cNvPr>
          <p:cNvSpPr>
            <a:spLocks noGrp="1"/>
          </p:cNvSpPr>
          <p:nvPr>
            <p:ph type="body" orient="vert" idx="1"/>
          </p:nvPr>
        </p:nvSpPr>
        <p:spPr>
          <a:xfrm>
            <a:off x="838200" y="365125"/>
            <a:ext cx="7734300" cy="5811838"/>
          </a:xfrm>
        </p:spPr>
        <p:txBody>
          <a:bodyPr vert="eaVe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55080232-C327-F809-42DA-DA2EDD9770C6}"/>
              </a:ext>
            </a:extLst>
          </p:cNvPr>
          <p:cNvSpPr>
            <a:spLocks noGrp="1"/>
          </p:cNvSpPr>
          <p:nvPr>
            <p:ph type="dt" sz="half" idx="10"/>
          </p:nvPr>
        </p:nvSpPr>
        <p:spPr/>
        <p:txBody>
          <a:bodyPr/>
          <a:lstStyle/>
          <a:p>
            <a:fld id="{08CD560B-F874-4B1A-ADB2-AEBDF10CA6EA}" type="datetimeFigureOut">
              <a:rPr lang="it-IT" smtClean="0"/>
              <a:t>28/11/2024</a:t>
            </a:fld>
            <a:endParaRPr lang="it-IT"/>
          </a:p>
        </p:txBody>
      </p:sp>
      <p:sp>
        <p:nvSpPr>
          <p:cNvPr id="5" name="Segnaposto piè di pagina 4">
            <a:extLst>
              <a:ext uri="{FF2B5EF4-FFF2-40B4-BE49-F238E27FC236}">
                <a16:creationId xmlns:a16="http://schemas.microsoft.com/office/drawing/2014/main" id="{3BC8C657-BEAB-1F54-4D7A-BE2B48F920E1}"/>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37CE0DF1-D667-4C1A-8297-94A0247A68E4}"/>
              </a:ext>
            </a:extLst>
          </p:cNvPr>
          <p:cNvSpPr>
            <a:spLocks noGrp="1"/>
          </p:cNvSpPr>
          <p:nvPr>
            <p:ph type="sldNum" sz="quarter" idx="12"/>
          </p:nvPr>
        </p:nvSpPr>
        <p:spPr/>
        <p:txBody>
          <a:bodyPr/>
          <a:lstStyle/>
          <a:p>
            <a:fld id="{6EDAE9CC-15C2-4E7F-939F-8A370D9D7BDB}" type="slidenum">
              <a:rPr lang="it-IT" smtClean="0"/>
              <a:t>‹N›</a:t>
            </a:fld>
            <a:endParaRPr lang="it-IT"/>
          </a:p>
        </p:txBody>
      </p:sp>
    </p:spTree>
    <p:extLst>
      <p:ext uri="{BB962C8B-B14F-4D97-AF65-F5344CB8AC3E}">
        <p14:creationId xmlns:p14="http://schemas.microsoft.com/office/powerpoint/2010/main" val="8899607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titolo 1">
            <a:extLst>
              <a:ext uri="{FF2B5EF4-FFF2-40B4-BE49-F238E27FC236}">
                <a16:creationId xmlns:a16="http://schemas.microsoft.com/office/drawing/2014/main" id="{7AAAA8A6-06D2-13BD-9EE9-05CBFEF26C8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it-IT"/>
              <a:t>Fare clic per modificare lo stile del titolo dello schema</a:t>
            </a:r>
          </a:p>
        </p:txBody>
      </p:sp>
      <p:sp>
        <p:nvSpPr>
          <p:cNvPr id="3" name="Segnaposto testo 2">
            <a:extLst>
              <a:ext uri="{FF2B5EF4-FFF2-40B4-BE49-F238E27FC236}">
                <a16:creationId xmlns:a16="http://schemas.microsoft.com/office/drawing/2014/main" id="{F25B5B05-4CFE-7407-3F58-E5247F2D408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AEDCA5A5-32F8-DCFB-5143-DF8850EF179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8CD560B-F874-4B1A-ADB2-AEBDF10CA6EA}" type="datetimeFigureOut">
              <a:rPr lang="it-IT" smtClean="0"/>
              <a:t>28/11/2024</a:t>
            </a:fld>
            <a:endParaRPr lang="it-IT"/>
          </a:p>
        </p:txBody>
      </p:sp>
      <p:sp>
        <p:nvSpPr>
          <p:cNvPr id="5" name="Segnaposto piè di pagina 4">
            <a:extLst>
              <a:ext uri="{FF2B5EF4-FFF2-40B4-BE49-F238E27FC236}">
                <a16:creationId xmlns:a16="http://schemas.microsoft.com/office/drawing/2014/main" id="{68045E1B-422F-15BE-C68F-7FCACEA38C3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it-IT"/>
          </a:p>
        </p:txBody>
      </p:sp>
      <p:sp>
        <p:nvSpPr>
          <p:cNvPr id="6" name="Segnaposto numero diapositiva 5">
            <a:extLst>
              <a:ext uri="{FF2B5EF4-FFF2-40B4-BE49-F238E27FC236}">
                <a16:creationId xmlns:a16="http://schemas.microsoft.com/office/drawing/2014/main" id="{ADF8A1B1-9F4F-A2E3-8DEF-EE62B45C6A8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EDAE9CC-15C2-4E7F-939F-8A370D9D7BDB}" type="slidenum">
              <a:rPr lang="it-IT" smtClean="0"/>
              <a:t>‹N›</a:t>
            </a:fld>
            <a:endParaRPr lang="it-IT"/>
          </a:p>
        </p:txBody>
      </p:sp>
    </p:spTree>
    <p:extLst>
      <p:ext uri="{BB962C8B-B14F-4D97-AF65-F5344CB8AC3E}">
        <p14:creationId xmlns:p14="http://schemas.microsoft.com/office/powerpoint/2010/main" val="40635420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CCE6BEA7-9294-1313-A597-C9525063B8A9}"/>
              </a:ext>
            </a:extLst>
          </p:cNvPr>
          <p:cNvSpPr>
            <a:spLocks noGrp="1"/>
          </p:cNvSpPr>
          <p:nvPr>
            <p:ph type="ctrTitle"/>
          </p:nvPr>
        </p:nvSpPr>
        <p:spPr/>
        <p:txBody>
          <a:bodyPr/>
          <a:lstStyle/>
          <a:p>
            <a:r>
              <a:rPr lang="it-IT" dirty="0"/>
              <a:t>Esercitazione ER</a:t>
            </a:r>
          </a:p>
        </p:txBody>
      </p:sp>
    </p:spTree>
    <p:extLst>
      <p:ext uri="{BB962C8B-B14F-4D97-AF65-F5344CB8AC3E}">
        <p14:creationId xmlns:p14="http://schemas.microsoft.com/office/powerpoint/2010/main" val="10664312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11CDB042-C68E-BB77-E027-80D5962A50CC}"/>
              </a:ext>
            </a:extLst>
          </p:cNvPr>
          <p:cNvSpPr>
            <a:spLocks noGrp="1"/>
          </p:cNvSpPr>
          <p:nvPr>
            <p:ph type="title"/>
          </p:nvPr>
        </p:nvSpPr>
        <p:spPr/>
        <p:txBody>
          <a:bodyPr/>
          <a:lstStyle/>
          <a:p>
            <a:r>
              <a:rPr lang="it-IT" dirty="0"/>
              <a:t>Esercizio: da testo a digramma</a:t>
            </a:r>
          </a:p>
        </p:txBody>
      </p:sp>
      <p:sp>
        <p:nvSpPr>
          <p:cNvPr id="3" name="Segnaposto contenuto 2">
            <a:extLst>
              <a:ext uri="{FF2B5EF4-FFF2-40B4-BE49-F238E27FC236}">
                <a16:creationId xmlns:a16="http://schemas.microsoft.com/office/drawing/2014/main" id="{E91647BD-B0EB-0E70-B841-6CE6FB889029}"/>
              </a:ext>
            </a:extLst>
          </p:cNvPr>
          <p:cNvSpPr>
            <a:spLocks noGrp="1"/>
          </p:cNvSpPr>
          <p:nvPr>
            <p:ph idx="1"/>
          </p:nvPr>
        </p:nvSpPr>
        <p:spPr/>
        <p:txBody>
          <a:bodyPr/>
          <a:lstStyle/>
          <a:p>
            <a:pPr marL="0" indent="0">
              <a:buNone/>
            </a:pPr>
            <a:r>
              <a:rPr lang="it-IT" dirty="0"/>
              <a:t>Su </a:t>
            </a:r>
            <a:r>
              <a:rPr lang="it-IT" dirty="0" err="1"/>
              <a:t>classroom</a:t>
            </a:r>
            <a:r>
              <a:rPr lang="it-IT" dirty="0"/>
              <a:t>: ‘Lettera Esercitazione ER.pdf’</a:t>
            </a:r>
          </a:p>
        </p:txBody>
      </p:sp>
    </p:spTree>
    <p:extLst>
      <p:ext uri="{BB962C8B-B14F-4D97-AF65-F5344CB8AC3E}">
        <p14:creationId xmlns:p14="http://schemas.microsoft.com/office/powerpoint/2010/main" val="855016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5D44B59C-49D6-F2FA-F912-D87712FD2BC8}"/>
              </a:ext>
            </a:extLst>
          </p:cNvPr>
          <p:cNvSpPr>
            <a:spLocks noGrp="1"/>
          </p:cNvSpPr>
          <p:nvPr>
            <p:ph type="title"/>
          </p:nvPr>
        </p:nvSpPr>
        <p:spPr>
          <a:xfrm>
            <a:off x="838200" y="548005"/>
            <a:ext cx="10515600" cy="629285"/>
          </a:xfrm>
        </p:spPr>
        <p:txBody>
          <a:bodyPr>
            <a:normAutofit fontScale="90000"/>
          </a:bodyPr>
          <a:lstStyle/>
          <a:p>
            <a:r>
              <a:rPr lang="it-IT" dirty="0"/>
              <a:t>Ripasso</a:t>
            </a:r>
          </a:p>
        </p:txBody>
      </p:sp>
      <p:pic>
        <p:nvPicPr>
          <p:cNvPr id="6" name="Segnaposto contenuto 5">
            <a:extLst>
              <a:ext uri="{FF2B5EF4-FFF2-40B4-BE49-F238E27FC236}">
                <a16:creationId xmlns:a16="http://schemas.microsoft.com/office/drawing/2014/main" id="{B30F79EE-D851-E9B3-FF5F-9C54E3AFDAB6}"/>
              </a:ext>
            </a:extLst>
          </p:cNvPr>
          <p:cNvPicPr>
            <a:picLocks noGrp="1" noChangeAspect="1"/>
          </p:cNvPicPr>
          <p:nvPr>
            <p:ph sz="half" idx="1"/>
          </p:nvPr>
        </p:nvPicPr>
        <p:blipFill>
          <a:blip r:embed="rId2"/>
          <a:stretch>
            <a:fillRect/>
          </a:stretch>
        </p:blipFill>
        <p:spPr>
          <a:xfrm>
            <a:off x="4587240" y="665860"/>
            <a:ext cx="3017520" cy="5849875"/>
          </a:xfrm>
        </p:spPr>
      </p:pic>
    </p:spTree>
    <p:extLst>
      <p:ext uri="{BB962C8B-B14F-4D97-AF65-F5344CB8AC3E}">
        <p14:creationId xmlns:p14="http://schemas.microsoft.com/office/powerpoint/2010/main" val="32451916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042374-0365-B5D2-7BFE-7F1F6EAB1F69}"/>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220068E6-2D9A-5B95-3CCD-29B56FD032A4}"/>
              </a:ext>
            </a:extLst>
          </p:cNvPr>
          <p:cNvSpPr>
            <a:spLocks noGrp="1"/>
          </p:cNvSpPr>
          <p:nvPr>
            <p:ph type="title"/>
          </p:nvPr>
        </p:nvSpPr>
        <p:spPr>
          <a:xfrm>
            <a:off x="838200" y="548005"/>
            <a:ext cx="10515600" cy="629285"/>
          </a:xfrm>
        </p:spPr>
        <p:txBody>
          <a:bodyPr>
            <a:normAutofit fontScale="90000"/>
          </a:bodyPr>
          <a:lstStyle/>
          <a:p>
            <a:r>
              <a:rPr lang="it-IT" dirty="0"/>
              <a:t>Ripasso</a:t>
            </a:r>
          </a:p>
        </p:txBody>
      </p:sp>
      <p:pic>
        <p:nvPicPr>
          <p:cNvPr id="7" name="Immagine 6">
            <a:extLst>
              <a:ext uri="{FF2B5EF4-FFF2-40B4-BE49-F238E27FC236}">
                <a16:creationId xmlns:a16="http://schemas.microsoft.com/office/drawing/2014/main" id="{DADEB8F8-DB36-B0E8-261F-460995EBA473}"/>
              </a:ext>
            </a:extLst>
          </p:cNvPr>
          <p:cNvPicPr>
            <a:picLocks noChangeAspect="1"/>
          </p:cNvPicPr>
          <p:nvPr/>
        </p:nvPicPr>
        <p:blipFill>
          <a:blip r:embed="rId2"/>
          <a:stretch>
            <a:fillRect/>
          </a:stretch>
        </p:blipFill>
        <p:spPr>
          <a:xfrm>
            <a:off x="4450271" y="125730"/>
            <a:ext cx="5097398" cy="6606540"/>
          </a:xfrm>
          <a:prstGeom prst="rect">
            <a:avLst/>
          </a:prstGeom>
        </p:spPr>
      </p:pic>
    </p:spTree>
    <p:extLst>
      <p:ext uri="{BB962C8B-B14F-4D97-AF65-F5344CB8AC3E}">
        <p14:creationId xmlns:p14="http://schemas.microsoft.com/office/powerpoint/2010/main" val="23695665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95D0B1-E648-886E-92C9-FBE363E3E74F}"/>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55A96D28-5500-4FA9-8195-9159D861F8A2}"/>
              </a:ext>
            </a:extLst>
          </p:cNvPr>
          <p:cNvSpPr>
            <a:spLocks noGrp="1"/>
          </p:cNvSpPr>
          <p:nvPr>
            <p:ph type="title"/>
          </p:nvPr>
        </p:nvSpPr>
        <p:spPr>
          <a:xfrm>
            <a:off x="838200" y="365125"/>
            <a:ext cx="10515600" cy="437763"/>
          </a:xfrm>
        </p:spPr>
        <p:txBody>
          <a:bodyPr>
            <a:normAutofit/>
          </a:bodyPr>
          <a:lstStyle/>
          <a:p>
            <a:r>
              <a:rPr lang="it-IT" sz="2000" dirty="0"/>
              <a:t>Esercizio: da testo a digramma</a:t>
            </a:r>
          </a:p>
        </p:txBody>
      </p:sp>
      <p:sp>
        <p:nvSpPr>
          <p:cNvPr id="3" name="Segnaposto contenuto 2">
            <a:extLst>
              <a:ext uri="{FF2B5EF4-FFF2-40B4-BE49-F238E27FC236}">
                <a16:creationId xmlns:a16="http://schemas.microsoft.com/office/drawing/2014/main" id="{82D63A54-AD52-93E9-7871-170FD2BB0DE6}"/>
              </a:ext>
            </a:extLst>
          </p:cNvPr>
          <p:cNvSpPr>
            <a:spLocks noGrp="1"/>
          </p:cNvSpPr>
          <p:nvPr>
            <p:ph idx="1"/>
          </p:nvPr>
        </p:nvSpPr>
        <p:spPr>
          <a:xfrm>
            <a:off x="838200" y="1048215"/>
            <a:ext cx="10515600" cy="2821258"/>
          </a:xfrm>
        </p:spPr>
        <p:txBody>
          <a:bodyPr>
            <a:normAutofit/>
          </a:bodyPr>
          <a:lstStyle/>
          <a:p>
            <a:pPr marL="0" indent="0">
              <a:buNone/>
            </a:pPr>
            <a:r>
              <a:rPr lang="it-IT" sz="2400" u="none" strike="noStrike" kern="100" dirty="0">
                <a:solidFill>
                  <a:srgbClr val="000000"/>
                </a:solidFill>
                <a:effectLst/>
                <a:uFill>
                  <a:solidFill>
                    <a:srgbClr val="000000"/>
                  </a:solidFill>
                </a:uFill>
                <a:ea typeface="Arial" panose="020B0604020202020204" pitchFamily="34" charset="0"/>
                <a:cs typeface="Arial" panose="020B0604020202020204" pitchFamily="34" charset="0"/>
              </a:rPr>
              <a:t>1. Conserviamo informazioni sugli elettori (nome, codice fiscale e regione di appartenenza) e sui partiti politici (nome e anno di fondazione). Gli elettori possono essere membri di uno o più partiti politici. È importante conoscere la data in cui un elettore ha richiesto l'iscrizione a un partito politico. Le iscrizioni non vengono mai rifiutate se qualcuno ne fa richiesta. I partiti politici sono identificati con il loro nome e gli elettori con il loro codice fiscale.  </a:t>
            </a:r>
          </a:p>
          <a:p>
            <a:endParaRPr lang="it-IT" dirty="0"/>
          </a:p>
        </p:txBody>
      </p:sp>
    </p:spTree>
    <p:extLst>
      <p:ext uri="{BB962C8B-B14F-4D97-AF65-F5344CB8AC3E}">
        <p14:creationId xmlns:p14="http://schemas.microsoft.com/office/powerpoint/2010/main" val="38487879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89918C-6AB6-94F1-7002-AD690360ED59}"/>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9A34EEEA-D3AE-B085-6240-92A0C6D516AB}"/>
              </a:ext>
            </a:extLst>
          </p:cNvPr>
          <p:cNvSpPr>
            <a:spLocks noGrp="1"/>
          </p:cNvSpPr>
          <p:nvPr>
            <p:ph type="title"/>
          </p:nvPr>
        </p:nvSpPr>
        <p:spPr>
          <a:xfrm>
            <a:off x="838200" y="365125"/>
            <a:ext cx="10515600" cy="437763"/>
          </a:xfrm>
        </p:spPr>
        <p:txBody>
          <a:bodyPr>
            <a:normAutofit/>
          </a:bodyPr>
          <a:lstStyle/>
          <a:p>
            <a:r>
              <a:rPr lang="it-IT" sz="2000" dirty="0"/>
              <a:t>Esercizio: da testo a digramma</a:t>
            </a:r>
          </a:p>
        </p:txBody>
      </p:sp>
      <p:sp>
        <p:nvSpPr>
          <p:cNvPr id="3" name="Segnaposto contenuto 2">
            <a:extLst>
              <a:ext uri="{FF2B5EF4-FFF2-40B4-BE49-F238E27FC236}">
                <a16:creationId xmlns:a16="http://schemas.microsoft.com/office/drawing/2014/main" id="{E33E0C58-702E-28AF-818E-D11B9D7ACB63}"/>
              </a:ext>
            </a:extLst>
          </p:cNvPr>
          <p:cNvSpPr>
            <a:spLocks noGrp="1"/>
          </p:cNvSpPr>
          <p:nvPr>
            <p:ph idx="1"/>
          </p:nvPr>
        </p:nvSpPr>
        <p:spPr>
          <a:xfrm>
            <a:off x="838200" y="1048215"/>
            <a:ext cx="10515600" cy="2821258"/>
          </a:xfrm>
        </p:spPr>
        <p:txBody>
          <a:bodyPr>
            <a:normAutofit/>
          </a:bodyPr>
          <a:lstStyle/>
          <a:p>
            <a:pPr marL="0" indent="0">
              <a:buNone/>
            </a:pPr>
            <a:r>
              <a:rPr lang="it-IT" sz="2400" u="none" strike="noStrike" kern="100" dirty="0">
                <a:solidFill>
                  <a:srgbClr val="000000"/>
                </a:solidFill>
                <a:effectLst/>
                <a:uFill>
                  <a:solidFill>
                    <a:srgbClr val="000000"/>
                  </a:solidFill>
                </a:uFill>
                <a:ea typeface="Arial" panose="020B0604020202020204" pitchFamily="34" charset="0"/>
                <a:cs typeface="Arial" panose="020B0604020202020204" pitchFamily="34" charset="0"/>
              </a:rPr>
              <a:t>1. Conserviamo informazioni sugli elettori (nome, codice fiscale e regione di </a:t>
            </a:r>
            <a:r>
              <a:rPr lang="it-IT" sz="2400" kern="100" dirty="0">
                <a:solidFill>
                  <a:srgbClr val="000000"/>
                </a:solidFill>
                <a:uFill>
                  <a:solidFill>
                    <a:srgbClr val="000000"/>
                  </a:solidFill>
                </a:uFill>
                <a:cs typeface="Arial" panose="020B0604020202020204" pitchFamily="34" charset="0"/>
              </a:rPr>
              <a:t>appartenenza</a:t>
            </a:r>
            <a:r>
              <a:rPr lang="it-IT" sz="2400" u="none" strike="noStrike" kern="100" dirty="0">
                <a:solidFill>
                  <a:srgbClr val="000000"/>
                </a:solidFill>
                <a:effectLst/>
                <a:uFill>
                  <a:solidFill>
                    <a:srgbClr val="000000"/>
                  </a:solidFill>
                </a:uFill>
                <a:ea typeface="Arial" panose="020B0604020202020204" pitchFamily="34" charset="0"/>
                <a:cs typeface="Arial" panose="020B0604020202020204" pitchFamily="34" charset="0"/>
              </a:rPr>
              <a:t>) e sui partiti politici (nome e anno di fondazione). Gli elettori possono essere membri di uno o più partiti politici. È importante conoscere la data in cui un elettore ha richiesto l'iscrizione a un partito politico. Le iscrizioni non vengono mai rifiutate se qualcuno ne fa richiesta. I partiti politici sono identificati con il loro nome e gli elettori con il loro codice fiscale.  </a:t>
            </a:r>
          </a:p>
        </p:txBody>
      </p:sp>
      <p:pic>
        <p:nvPicPr>
          <p:cNvPr id="5" name="Immagine 4">
            <a:extLst>
              <a:ext uri="{FF2B5EF4-FFF2-40B4-BE49-F238E27FC236}">
                <a16:creationId xmlns:a16="http://schemas.microsoft.com/office/drawing/2014/main" id="{0F064080-DB05-4B60-9E1D-1954E037453F}"/>
              </a:ext>
            </a:extLst>
          </p:cNvPr>
          <p:cNvPicPr>
            <a:picLocks noChangeAspect="1"/>
          </p:cNvPicPr>
          <p:nvPr/>
        </p:nvPicPr>
        <p:blipFill>
          <a:blip r:embed="rId2"/>
          <a:stretch>
            <a:fillRect/>
          </a:stretch>
        </p:blipFill>
        <p:spPr>
          <a:xfrm>
            <a:off x="2923732" y="3429000"/>
            <a:ext cx="6344535" cy="2105319"/>
          </a:xfrm>
          <a:prstGeom prst="rect">
            <a:avLst/>
          </a:prstGeom>
        </p:spPr>
      </p:pic>
    </p:spTree>
    <p:extLst>
      <p:ext uri="{BB962C8B-B14F-4D97-AF65-F5344CB8AC3E}">
        <p14:creationId xmlns:p14="http://schemas.microsoft.com/office/powerpoint/2010/main" val="1113366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631A71-E9F4-9CA2-9B5C-8E6167F96B99}"/>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4C007F32-6D12-80F8-BBE5-9DA9460A82B4}"/>
              </a:ext>
            </a:extLst>
          </p:cNvPr>
          <p:cNvSpPr>
            <a:spLocks noGrp="1"/>
          </p:cNvSpPr>
          <p:nvPr>
            <p:ph type="title"/>
          </p:nvPr>
        </p:nvSpPr>
        <p:spPr>
          <a:xfrm>
            <a:off x="838200" y="365125"/>
            <a:ext cx="10515600" cy="437763"/>
          </a:xfrm>
        </p:spPr>
        <p:txBody>
          <a:bodyPr>
            <a:normAutofit/>
          </a:bodyPr>
          <a:lstStyle/>
          <a:p>
            <a:r>
              <a:rPr lang="it-IT" sz="2000" dirty="0"/>
              <a:t>Esercizio: da testo a digramma</a:t>
            </a:r>
          </a:p>
        </p:txBody>
      </p:sp>
      <p:sp>
        <p:nvSpPr>
          <p:cNvPr id="3" name="Segnaposto contenuto 2">
            <a:extLst>
              <a:ext uri="{FF2B5EF4-FFF2-40B4-BE49-F238E27FC236}">
                <a16:creationId xmlns:a16="http://schemas.microsoft.com/office/drawing/2014/main" id="{E23113A0-A732-F3CB-763A-9B6C1BD81775}"/>
              </a:ext>
            </a:extLst>
          </p:cNvPr>
          <p:cNvSpPr>
            <a:spLocks noGrp="1"/>
          </p:cNvSpPr>
          <p:nvPr>
            <p:ph idx="1"/>
          </p:nvPr>
        </p:nvSpPr>
        <p:spPr>
          <a:xfrm>
            <a:off x="838200" y="1048215"/>
            <a:ext cx="10515600" cy="2821258"/>
          </a:xfrm>
        </p:spPr>
        <p:txBody>
          <a:bodyPr>
            <a:noAutofit/>
          </a:bodyPr>
          <a:lstStyle/>
          <a:p>
            <a:pPr marL="0" indent="0">
              <a:buNone/>
            </a:pPr>
            <a:r>
              <a:rPr lang="it-IT" sz="2400" u="none" strike="noStrike" kern="100" dirty="0">
                <a:solidFill>
                  <a:srgbClr val="000000"/>
                </a:solidFill>
                <a:effectLst/>
                <a:uFill>
                  <a:solidFill>
                    <a:srgbClr val="000000"/>
                  </a:solidFill>
                </a:uFill>
                <a:ea typeface="Arial" panose="020B0604020202020204" pitchFamily="34" charset="0"/>
                <a:cs typeface="Arial" panose="020B0604020202020204" pitchFamily="34" charset="0"/>
              </a:rPr>
              <a:t>2. Un elettore può avere una o più tessere di partito. La tessera del partito può essere consegnata a qualsiasi elettore, indipendentemente dal fatto che sia membro di un partito o meno. Le carte però sono personali. E' severamente vietato che una tessera di partito venga utilizzata da una persona diversa da quella che le è stata rilasciata. Una tessera di partito ha un numero (che la identifica in modo univoco) e un nome di partito. Il nome della parte della carta può essere o meno una parte esistente. Questo può accadere, ad esempio, se il partito è stato sciolto o se abbiamo deciso di non voler avere informazioni su quel partito nel nostro database.  </a:t>
            </a:r>
          </a:p>
          <a:p>
            <a:pPr marL="0" indent="0">
              <a:buNone/>
            </a:pPr>
            <a:endParaRPr lang="it-IT" sz="2400" dirty="0"/>
          </a:p>
        </p:txBody>
      </p:sp>
    </p:spTree>
    <p:extLst>
      <p:ext uri="{BB962C8B-B14F-4D97-AF65-F5344CB8AC3E}">
        <p14:creationId xmlns:p14="http://schemas.microsoft.com/office/powerpoint/2010/main" val="4926428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5FD95A-14BB-916E-E9B7-96A313BFEB07}"/>
            </a:ext>
          </a:extLst>
        </p:cNvPr>
        <p:cNvGrpSpPr/>
        <p:nvPr/>
      </p:nvGrpSpPr>
      <p:grpSpPr>
        <a:xfrm>
          <a:off x="0" y="0"/>
          <a:ext cx="0" cy="0"/>
          <a:chOff x="0" y="0"/>
          <a:chExt cx="0" cy="0"/>
        </a:xfrm>
      </p:grpSpPr>
      <p:pic>
        <p:nvPicPr>
          <p:cNvPr id="5" name="Immagine 4">
            <a:extLst>
              <a:ext uri="{FF2B5EF4-FFF2-40B4-BE49-F238E27FC236}">
                <a16:creationId xmlns:a16="http://schemas.microsoft.com/office/drawing/2014/main" id="{D84DDA46-1A38-71E3-171E-B07F1D7D99CD}"/>
              </a:ext>
            </a:extLst>
          </p:cNvPr>
          <p:cNvPicPr>
            <a:picLocks noChangeAspect="1"/>
          </p:cNvPicPr>
          <p:nvPr/>
        </p:nvPicPr>
        <p:blipFill>
          <a:blip r:embed="rId2"/>
          <a:stretch>
            <a:fillRect/>
          </a:stretch>
        </p:blipFill>
        <p:spPr>
          <a:xfrm>
            <a:off x="3676241" y="3735246"/>
            <a:ext cx="4541930" cy="2529029"/>
          </a:xfrm>
          <a:prstGeom prst="rect">
            <a:avLst/>
          </a:prstGeom>
        </p:spPr>
      </p:pic>
      <p:sp>
        <p:nvSpPr>
          <p:cNvPr id="2" name="Titolo 1">
            <a:extLst>
              <a:ext uri="{FF2B5EF4-FFF2-40B4-BE49-F238E27FC236}">
                <a16:creationId xmlns:a16="http://schemas.microsoft.com/office/drawing/2014/main" id="{582337C9-C2FF-3F5E-992C-4B60E2360F82}"/>
              </a:ext>
            </a:extLst>
          </p:cNvPr>
          <p:cNvSpPr>
            <a:spLocks noGrp="1"/>
          </p:cNvSpPr>
          <p:nvPr>
            <p:ph type="title"/>
          </p:nvPr>
        </p:nvSpPr>
        <p:spPr>
          <a:xfrm>
            <a:off x="838200" y="365125"/>
            <a:ext cx="10515600" cy="437763"/>
          </a:xfrm>
        </p:spPr>
        <p:txBody>
          <a:bodyPr>
            <a:normAutofit/>
          </a:bodyPr>
          <a:lstStyle/>
          <a:p>
            <a:r>
              <a:rPr lang="it-IT" sz="2000" dirty="0"/>
              <a:t>Esercizio: da testo a digramma</a:t>
            </a:r>
          </a:p>
        </p:txBody>
      </p:sp>
      <p:sp>
        <p:nvSpPr>
          <p:cNvPr id="3" name="Segnaposto contenuto 2">
            <a:extLst>
              <a:ext uri="{FF2B5EF4-FFF2-40B4-BE49-F238E27FC236}">
                <a16:creationId xmlns:a16="http://schemas.microsoft.com/office/drawing/2014/main" id="{57EF20A3-A411-2DDD-D873-2696B8CFC3D7}"/>
              </a:ext>
            </a:extLst>
          </p:cNvPr>
          <p:cNvSpPr>
            <a:spLocks noGrp="1"/>
          </p:cNvSpPr>
          <p:nvPr>
            <p:ph idx="1"/>
          </p:nvPr>
        </p:nvSpPr>
        <p:spPr>
          <a:xfrm>
            <a:off x="838200" y="1048215"/>
            <a:ext cx="10515600" cy="2821258"/>
          </a:xfrm>
        </p:spPr>
        <p:txBody>
          <a:bodyPr>
            <a:noAutofit/>
          </a:bodyPr>
          <a:lstStyle/>
          <a:p>
            <a:pPr marL="0" indent="0">
              <a:buNone/>
            </a:pPr>
            <a:r>
              <a:rPr lang="it-IT" sz="2400" u="none" strike="noStrike" kern="100" dirty="0">
                <a:solidFill>
                  <a:srgbClr val="000000"/>
                </a:solidFill>
                <a:effectLst/>
                <a:uFill>
                  <a:solidFill>
                    <a:srgbClr val="000000"/>
                  </a:solidFill>
                </a:uFill>
                <a:ea typeface="Arial" panose="020B0604020202020204" pitchFamily="34" charset="0"/>
                <a:cs typeface="Arial" panose="020B0604020202020204" pitchFamily="34" charset="0"/>
              </a:rPr>
              <a:t>2. Un elettore può avere una o più tessere di partito. La tessera del partito può essere consegnata a qualsiasi elettore, indipendentemente dal fatto che sia membro di un partito o meno. Le carte però sono personali. E' severamente vietato che una tessera di partito venga utilizzata da una persona diversa da quella che le è stata rilasciata. Una tessera di partito ha un numero (che la identifica in modo univoco) e un nome di partito. Il nome della parte della carta può essere o meno una parte esistente. Questo può accadere, ad esempio, se il partito è stato sciolto o se abbiamo deciso di non voler avere informazioni su quel partito nel nostro database.  </a:t>
            </a:r>
          </a:p>
          <a:p>
            <a:pPr marL="0" indent="0">
              <a:buNone/>
            </a:pPr>
            <a:endParaRPr lang="it-IT" sz="2400" dirty="0"/>
          </a:p>
        </p:txBody>
      </p:sp>
    </p:spTree>
    <p:extLst>
      <p:ext uri="{BB962C8B-B14F-4D97-AF65-F5344CB8AC3E}">
        <p14:creationId xmlns:p14="http://schemas.microsoft.com/office/powerpoint/2010/main" val="13888495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18AF26-D173-C6FA-8E1E-E4AB92BF9AB3}"/>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7F068394-240F-7ADF-06DA-DF959171D5F5}"/>
              </a:ext>
            </a:extLst>
          </p:cNvPr>
          <p:cNvSpPr>
            <a:spLocks noGrp="1"/>
          </p:cNvSpPr>
          <p:nvPr>
            <p:ph type="title"/>
          </p:nvPr>
        </p:nvSpPr>
        <p:spPr>
          <a:xfrm>
            <a:off x="838200" y="365125"/>
            <a:ext cx="10515600" cy="437763"/>
          </a:xfrm>
        </p:spPr>
        <p:txBody>
          <a:bodyPr>
            <a:normAutofit/>
          </a:bodyPr>
          <a:lstStyle/>
          <a:p>
            <a:r>
              <a:rPr lang="it-IT" sz="2000" dirty="0"/>
              <a:t>Esercizio: da testo a digramma</a:t>
            </a:r>
          </a:p>
        </p:txBody>
      </p:sp>
      <p:sp>
        <p:nvSpPr>
          <p:cNvPr id="3" name="Segnaposto contenuto 2">
            <a:extLst>
              <a:ext uri="{FF2B5EF4-FFF2-40B4-BE49-F238E27FC236}">
                <a16:creationId xmlns:a16="http://schemas.microsoft.com/office/drawing/2014/main" id="{BF390D11-F40D-B4EB-FBE9-76465A192172}"/>
              </a:ext>
            </a:extLst>
          </p:cNvPr>
          <p:cNvSpPr>
            <a:spLocks noGrp="1"/>
          </p:cNvSpPr>
          <p:nvPr>
            <p:ph idx="1"/>
          </p:nvPr>
        </p:nvSpPr>
        <p:spPr>
          <a:xfrm>
            <a:off x="838200" y="1048215"/>
            <a:ext cx="10515600" cy="2821258"/>
          </a:xfrm>
        </p:spPr>
        <p:txBody>
          <a:bodyPr>
            <a:normAutofit/>
          </a:bodyPr>
          <a:lstStyle/>
          <a:p>
            <a:pPr marL="0" indent="0">
              <a:buNone/>
            </a:pPr>
            <a:r>
              <a:rPr lang="it-IT" sz="2400" u="none" strike="noStrike" kern="100" dirty="0">
                <a:solidFill>
                  <a:srgbClr val="000000"/>
                </a:solidFill>
                <a:effectLst/>
                <a:uFill>
                  <a:solidFill>
                    <a:srgbClr val="000000"/>
                  </a:solidFill>
                </a:uFill>
                <a:ea typeface="Arial" panose="020B0604020202020204" pitchFamily="34" charset="0"/>
                <a:cs typeface="Arial" panose="020B0604020202020204" pitchFamily="34" charset="0"/>
              </a:rPr>
              <a:t>3. Le carte del partito hanno livelli. Ogni carta è di un livello specifico. I livelli sono predefiniti e conferiscono al titolare della carta privilegi specifici.  </a:t>
            </a:r>
          </a:p>
          <a:p>
            <a:endParaRPr lang="it-IT" sz="2400" dirty="0"/>
          </a:p>
        </p:txBody>
      </p:sp>
    </p:spTree>
    <p:extLst>
      <p:ext uri="{BB962C8B-B14F-4D97-AF65-F5344CB8AC3E}">
        <p14:creationId xmlns:p14="http://schemas.microsoft.com/office/powerpoint/2010/main" val="13919794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28C29F-79B3-3DB5-D98E-D7F210808773}"/>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09D2170B-657F-295A-8295-AF16810B7435}"/>
              </a:ext>
            </a:extLst>
          </p:cNvPr>
          <p:cNvSpPr>
            <a:spLocks noGrp="1"/>
          </p:cNvSpPr>
          <p:nvPr>
            <p:ph type="title"/>
          </p:nvPr>
        </p:nvSpPr>
        <p:spPr>
          <a:xfrm>
            <a:off x="838200" y="365125"/>
            <a:ext cx="10515600" cy="437763"/>
          </a:xfrm>
        </p:spPr>
        <p:txBody>
          <a:bodyPr>
            <a:normAutofit/>
          </a:bodyPr>
          <a:lstStyle/>
          <a:p>
            <a:r>
              <a:rPr lang="it-IT" sz="2000" dirty="0"/>
              <a:t>Esercizio: da testo a digramma</a:t>
            </a:r>
          </a:p>
        </p:txBody>
      </p:sp>
      <p:sp>
        <p:nvSpPr>
          <p:cNvPr id="3" name="Segnaposto contenuto 2">
            <a:extLst>
              <a:ext uri="{FF2B5EF4-FFF2-40B4-BE49-F238E27FC236}">
                <a16:creationId xmlns:a16="http://schemas.microsoft.com/office/drawing/2014/main" id="{1405B2D9-4060-8224-6BA8-902E928A5FF2}"/>
              </a:ext>
            </a:extLst>
          </p:cNvPr>
          <p:cNvSpPr>
            <a:spLocks noGrp="1"/>
          </p:cNvSpPr>
          <p:nvPr>
            <p:ph idx="1"/>
          </p:nvPr>
        </p:nvSpPr>
        <p:spPr>
          <a:xfrm>
            <a:off x="838200" y="1048215"/>
            <a:ext cx="10515600" cy="2821258"/>
          </a:xfrm>
        </p:spPr>
        <p:txBody>
          <a:bodyPr>
            <a:normAutofit/>
          </a:bodyPr>
          <a:lstStyle/>
          <a:p>
            <a:pPr marL="0" indent="0">
              <a:buNone/>
            </a:pPr>
            <a:r>
              <a:rPr lang="it-IT" sz="2400" u="none" strike="noStrike" kern="100" dirty="0">
                <a:solidFill>
                  <a:srgbClr val="000000"/>
                </a:solidFill>
                <a:effectLst/>
                <a:uFill>
                  <a:solidFill>
                    <a:srgbClr val="000000"/>
                  </a:solidFill>
                </a:uFill>
                <a:ea typeface="Arial" panose="020B0604020202020204" pitchFamily="34" charset="0"/>
                <a:cs typeface="Arial" panose="020B0604020202020204" pitchFamily="34" charset="0"/>
              </a:rPr>
              <a:t>3. Le carte del partito hanno livelli. Ogni carta è di un livello specifico. I livelli sono predefiniti e conferiscono al titolare della carta privilegi specifici.  </a:t>
            </a:r>
          </a:p>
          <a:p>
            <a:endParaRPr lang="it-IT" sz="2400" dirty="0"/>
          </a:p>
        </p:txBody>
      </p:sp>
      <p:pic>
        <p:nvPicPr>
          <p:cNvPr id="5" name="Immagine 4">
            <a:extLst>
              <a:ext uri="{FF2B5EF4-FFF2-40B4-BE49-F238E27FC236}">
                <a16:creationId xmlns:a16="http://schemas.microsoft.com/office/drawing/2014/main" id="{D8D53984-3DCC-2E69-13EA-202652CB399B}"/>
              </a:ext>
            </a:extLst>
          </p:cNvPr>
          <p:cNvPicPr>
            <a:picLocks noChangeAspect="1"/>
          </p:cNvPicPr>
          <p:nvPr/>
        </p:nvPicPr>
        <p:blipFill>
          <a:blip r:embed="rId2"/>
          <a:stretch>
            <a:fillRect/>
          </a:stretch>
        </p:blipFill>
        <p:spPr>
          <a:xfrm>
            <a:off x="3760193" y="2902152"/>
            <a:ext cx="3962953" cy="1648055"/>
          </a:xfrm>
          <a:prstGeom prst="rect">
            <a:avLst/>
          </a:prstGeom>
        </p:spPr>
      </p:pic>
    </p:spTree>
    <p:extLst>
      <p:ext uri="{BB962C8B-B14F-4D97-AF65-F5344CB8AC3E}">
        <p14:creationId xmlns:p14="http://schemas.microsoft.com/office/powerpoint/2010/main" val="24525801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D4CF6F-72E4-246A-7CC6-48C2B853F218}"/>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DE71DCD0-F4A1-539E-B8C6-3F821813D394}"/>
              </a:ext>
            </a:extLst>
          </p:cNvPr>
          <p:cNvSpPr>
            <a:spLocks noGrp="1"/>
          </p:cNvSpPr>
          <p:nvPr>
            <p:ph type="title"/>
          </p:nvPr>
        </p:nvSpPr>
        <p:spPr>
          <a:xfrm>
            <a:off x="838200" y="365125"/>
            <a:ext cx="10515600" cy="437763"/>
          </a:xfrm>
        </p:spPr>
        <p:txBody>
          <a:bodyPr>
            <a:normAutofit/>
          </a:bodyPr>
          <a:lstStyle/>
          <a:p>
            <a:r>
              <a:rPr lang="it-IT" sz="2000" dirty="0"/>
              <a:t>Esercizio: da testo a digramma</a:t>
            </a:r>
          </a:p>
        </p:txBody>
      </p:sp>
      <p:sp>
        <p:nvSpPr>
          <p:cNvPr id="3" name="Segnaposto contenuto 2">
            <a:extLst>
              <a:ext uri="{FF2B5EF4-FFF2-40B4-BE49-F238E27FC236}">
                <a16:creationId xmlns:a16="http://schemas.microsoft.com/office/drawing/2014/main" id="{AF32F529-CAF4-4108-F700-C5D7C3ADAD2E}"/>
              </a:ext>
            </a:extLst>
          </p:cNvPr>
          <p:cNvSpPr>
            <a:spLocks noGrp="1"/>
          </p:cNvSpPr>
          <p:nvPr>
            <p:ph idx="1"/>
          </p:nvPr>
        </p:nvSpPr>
        <p:spPr>
          <a:xfrm>
            <a:off x="838200" y="1048215"/>
            <a:ext cx="10515600" cy="2821258"/>
          </a:xfrm>
        </p:spPr>
        <p:txBody>
          <a:bodyPr>
            <a:normAutofit/>
          </a:bodyPr>
          <a:lstStyle/>
          <a:p>
            <a:pPr marL="0" indent="0">
              <a:buNone/>
            </a:pPr>
            <a:r>
              <a:rPr lang="it-IT" sz="2400" dirty="0"/>
              <a:t>4. </a:t>
            </a:r>
            <a:r>
              <a:rPr lang="it-IT" sz="2400" u="none" strike="noStrike" kern="100" dirty="0">
                <a:solidFill>
                  <a:srgbClr val="000000"/>
                </a:solidFill>
                <a:effectLst/>
                <a:uFill>
                  <a:solidFill>
                    <a:srgbClr val="000000"/>
                  </a:solidFill>
                </a:uFill>
                <a:ea typeface="Arial" panose="020B0604020202020204" pitchFamily="34" charset="0"/>
                <a:cs typeface="Arial" panose="020B0604020202020204" pitchFamily="34" charset="0"/>
              </a:rPr>
              <a:t>Ogni elettore ha un'ideologia specifica. </a:t>
            </a:r>
          </a:p>
          <a:p>
            <a:pPr marL="0" indent="0">
              <a:buNone/>
            </a:pPr>
            <a:endParaRPr lang="it-IT" sz="2400" dirty="0"/>
          </a:p>
        </p:txBody>
      </p:sp>
    </p:spTree>
    <p:extLst>
      <p:ext uri="{BB962C8B-B14F-4D97-AF65-F5344CB8AC3E}">
        <p14:creationId xmlns:p14="http://schemas.microsoft.com/office/powerpoint/2010/main" val="18630688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6543E1-F781-F4F1-C0B4-AF6FDD58A56E}"/>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6B8A4D45-28B9-A304-9176-5D5AB8B1DC0F}"/>
              </a:ext>
            </a:extLst>
          </p:cNvPr>
          <p:cNvSpPr>
            <a:spLocks noGrp="1"/>
          </p:cNvSpPr>
          <p:nvPr>
            <p:ph type="title"/>
          </p:nvPr>
        </p:nvSpPr>
        <p:spPr>
          <a:xfrm>
            <a:off x="838200" y="365125"/>
            <a:ext cx="10515600" cy="437763"/>
          </a:xfrm>
        </p:spPr>
        <p:txBody>
          <a:bodyPr>
            <a:normAutofit/>
          </a:bodyPr>
          <a:lstStyle/>
          <a:p>
            <a:r>
              <a:rPr lang="it-IT" sz="2000" dirty="0"/>
              <a:t>Esercizio: da testo a digramma</a:t>
            </a:r>
          </a:p>
        </p:txBody>
      </p:sp>
      <p:sp>
        <p:nvSpPr>
          <p:cNvPr id="3" name="Segnaposto contenuto 2">
            <a:extLst>
              <a:ext uri="{FF2B5EF4-FFF2-40B4-BE49-F238E27FC236}">
                <a16:creationId xmlns:a16="http://schemas.microsoft.com/office/drawing/2014/main" id="{9025DFEE-79FC-F0CC-8BE5-99D717F4D590}"/>
              </a:ext>
            </a:extLst>
          </p:cNvPr>
          <p:cNvSpPr>
            <a:spLocks noGrp="1"/>
          </p:cNvSpPr>
          <p:nvPr>
            <p:ph idx="1"/>
          </p:nvPr>
        </p:nvSpPr>
        <p:spPr>
          <a:xfrm>
            <a:off x="838200" y="1048215"/>
            <a:ext cx="10515600" cy="2821258"/>
          </a:xfrm>
        </p:spPr>
        <p:txBody>
          <a:bodyPr>
            <a:normAutofit/>
          </a:bodyPr>
          <a:lstStyle/>
          <a:p>
            <a:pPr marL="0" indent="0">
              <a:buNone/>
            </a:pPr>
            <a:r>
              <a:rPr lang="it-IT" sz="2400" dirty="0"/>
              <a:t>4. </a:t>
            </a:r>
            <a:r>
              <a:rPr lang="it-IT" sz="2400" u="none" strike="noStrike" kern="100" dirty="0">
                <a:solidFill>
                  <a:srgbClr val="000000"/>
                </a:solidFill>
                <a:effectLst/>
                <a:uFill>
                  <a:solidFill>
                    <a:srgbClr val="000000"/>
                  </a:solidFill>
                </a:uFill>
                <a:ea typeface="Arial" panose="020B0604020202020204" pitchFamily="34" charset="0"/>
                <a:cs typeface="Arial" panose="020B0604020202020204" pitchFamily="34" charset="0"/>
              </a:rPr>
              <a:t>Ogni elettore ha un'ideologia specifica. </a:t>
            </a:r>
          </a:p>
          <a:p>
            <a:pPr marL="0" indent="0">
              <a:buNone/>
            </a:pPr>
            <a:endParaRPr lang="it-IT" sz="2400" dirty="0"/>
          </a:p>
        </p:txBody>
      </p:sp>
      <p:pic>
        <p:nvPicPr>
          <p:cNvPr id="5" name="Immagine 4">
            <a:extLst>
              <a:ext uri="{FF2B5EF4-FFF2-40B4-BE49-F238E27FC236}">
                <a16:creationId xmlns:a16="http://schemas.microsoft.com/office/drawing/2014/main" id="{048FBD27-DF48-8D88-F7D7-3DB6C1594F1C}"/>
              </a:ext>
            </a:extLst>
          </p:cNvPr>
          <p:cNvPicPr>
            <a:picLocks noChangeAspect="1"/>
          </p:cNvPicPr>
          <p:nvPr/>
        </p:nvPicPr>
        <p:blipFill>
          <a:blip r:embed="rId2"/>
          <a:stretch>
            <a:fillRect/>
          </a:stretch>
        </p:blipFill>
        <p:spPr>
          <a:xfrm>
            <a:off x="1294555" y="2599181"/>
            <a:ext cx="9243906" cy="2085693"/>
          </a:xfrm>
          <a:prstGeom prst="rect">
            <a:avLst/>
          </a:prstGeom>
        </p:spPr>
      </p:pic>
    </p:spTree>
    <p:extLst>
      <p:ext uri="{BB962C8B-B14F-4D97-AF65-F5344CB8AC3E}">
        <p14:creationId xmlns:p14="http://schemas.microsoft.com/office/powerpoint/2010/main" val="24669224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EF8895-F6D7-7169-A2B5-11FC65318005}"/>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A3715FF9-55E5-186A-9DAC-2B8511CE7B68}"/>
              </a:ext>
            </a:extLst>
          </p:cNvPr>
          <p:cNvSpPr>
            <a:spLocks noGrp="1"/>
          </p:cNvSpPr>
          <p:nvPr>
            <p:ph type="title"/>
          </p:nvPr>
        </p:nvSpPr>
        <p:spPr>
          <a:xfrm>
            <a:off x="838200" y="365125"/>
            <a:ext cx="10515600" cy="437763"/>
          </a:xfrm>
        </p:spPr>
        <p:txBody>
          <a:bodyPr>
            <a:normAutofit/>
          </a:bodyPr>
          <a:lstStyle/>
          <a:p>
            <a:r>
              <a:rPr lang="it-IT" sz="2000" dirty="0"/>
              <a:t>Esercizio: da testo a digramma</a:t>
            </a:r>
          </a:p>
        </p:txBody>
      </p:sp>
      <p:sp>
        <p:nvSpPr>
          <p:cNvPr id="3" name="Segnaposto contenuto 2">
            <a:extLst>
              <a:ext uri="{FF2B5EF4-FFF2-40B4-BE49-F238E27FC236}">
                <a16:creationId xmlns:a16="http://schemas.microsoft.com/office/drawing/2014/main" id="{41653F78-2A7A-4DC4-AE27-301437D32ADA}"/>
              </a:ext>
            </a:extLst>
          </p:cNvPr>
          <p:cNvSpPr>
            <a:spLocks noGrp="1"/>
          </p:cNvSpPr>
          <p:nvPr>
            <p:ph idx="1"/>
          </p:nvPr>
        </p:nvSpPr>
        <p:spPr>
          <a:xfrm>
            <a:off x="838200" y="1048215"/>
            <a:ext cx="10515600" cy="2821258"/>
          </a:xfrm>
        </p:spPr>
        <p:txBody>
          <a:bodyPr>
            <a:normAutofit/>
          </a:bodyPr>
          <a:lstStyle/>
          <a:p>
            <a:pPr marL="0" indent="0">
              <a:buNone/>
            </a:pPr>
            <a:r>
              <a:rPr lang="it-IT" sz="2400" dirty="0"/>
              <a:t>5. I partiti appartengono a coalizioni. Una coalizione non è altro che un numero di partiti. </a:t>
            </a:r>
            <a:endParaRPr lang="it-IT" sz="2400" u="none" strike="noStrike" kern="100" dirty="0">
              <a:solidFill>
                <a:srgbClr val="000000"/>
              </a:solidFill>
              <a:effectLst/>
              <a:uFill>
                <a:solidFill>
                  <a:srgbClr val="000000"/>
                </a:solidFill>
              </a:uFill>
              <a:ea typeface="Arial" panose="020B0604020202020204" pitchFamily="34" charset="0"/>
              <a:cs typeface="Arial" panose="020B0604020202020204" pitchFamily="34" charset="0"/>
            </a:endParaRPr>
          </a:p>
          <a:p>
            <a:pPr marL="0" indent="0">
              <a:buNone/>
            </a:pPr>
            <a:endParaRPr lang="it-IT" sz="2400" dirty="0"/>
          </a:p>
        </p:txBody>
      </p:sp>
    </p:spTree>
    <p:extLst>
      <p:ext uri="{BB962C8B-B14F-4D97-AF65-F5344CB8AC3E}">
        <p14:creationId xmlns:p14="http://schemas.microsoft.com/office/powerpoint/2010/main" val="28956573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89E1E6-D20E-E6C9-701B-F18648DE2EE4}"/>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D24103B3-3D8C-0B96-17E0-46D7A2EDFC91}"/>
              </a:ext>
            </a:extLst>
          </p:cNvPr>
          <p:cNvSpPr>
            <a:spLocks noGrp="1"/>
          </p:cNvSpPr>
          <p:nvPr>
            <p:ph type="title"/>
          </p:nvPr>
        </p:nvSpPr>
        <p:spPr>
          <a:xfrm>
            <a:off x="838200" y="365125"/>
            <a:ext cx="10515600" cy="437763"/>
          </a:xfrm>
        </p:spPr>
        <p:txBody>
          <a:bodyPr>
            <a:normAutofit/>
          </a:bodyPr>
          <a:lstStyle/>
          <a:p>
            <a:r>
              <a:rPr lang="it-IT" sz="2000" dirty="0"/>
              <a:t>Esercizio: da testo a digramma</a:t>
            </a:r>
          </a:p>
        </p:txBody>
      </p:sp>
      <p:sp>
        <p:nvSpPr>
          <p:cNvPr id="3" name="Segnaposto contenuto 2">
            <a:extLst>
              <a:ext uri="{FF2B5EF4-FFF2-40B4-BE49-F238E27FC236}">
                <a16:creationId xmlns:a16="http://schemas.microsoft.com/office/drawing/2014/main" id="{803B6DDE-B942-C050-6BC1-9BC0DA5317A0}"/>
              </a:ext>
            </a:extLst>
          </p:cNvPr>
          <p:cNvSpPr>
            <a:spLocks noGrp="1"/>
          </p:cNvSpPr>
          <p:nvPr>
            <p:ph idx="1"/>
          </p:nvPr>
        </p:nvSpPr>
        <p:spPr>
          <a:xfrm>
            <a:off x="838200" y="1048215"/>
            <a:ext cx="10515600" cy="2821258"/>
          </a:xfrm>
        </p:spPr>
        <p:txBody>
          <a:bodyPr>
            <a:normAutofit/>
          </a:bodyPr>
          <a:lstStyle/>
          <a:p>
            <a:pPr marL="0" indent="0">
              <a:buNone/>
            </a:pPr>
            <a:r>
              <a:rPr lang="it-IT" sz="2400" dirty="0"/>
              <a:t>5. I partiti appartengono a coalizioni. Una coalizione non è altro che un numero di partiti. </a:t>
            </a:r>
            <a:endParaRPr lang="it-IT" sz="2400" u="none" strike="noStrike" kern="100" dirty="0">
              <a:solidFill>
                <a:srgbClr val="000000"/>
              </a:solidFill>
              <a:effectLst/>
              <a:uFill>
                <a:solidFill>
                  <a:srgbClr val="000000"/>
                </a:solidFill>
              </a:uFill>
              <a:ea typeface="Arial" panose="020B0604020202020204" pitchFamily="34" charset="0"/>
              <a:cs typeface="Arial" panose="020B0604020202020204" pitchFamily="34" charset="0"/>
            </a:endParaRPr>
          </a:p>
          <a:p>
            <a:pPr marL="0" indent="0">
              <a:buNone/>
            </a:pPr>
            <a:endParaRPr lang="it-IT" sz="2400" dirty="0"/>
          </a:p>
        </p:txBody>
      </p:sp>
      <p:pic>
        <p:nvPicPr>
          <p:cNvPr id="5" name="Immagine 4">
            <a:extLst>
              <a:ext uri="{FF2B5EF4-FFF2-40B4-BE49-F238E27FC236}">
                <a16:creationId xmlns:a16="http://schemas.microsoft.com/office/drawing/2014/main" id="{4B78EC41-E547-C0B2-9566-CE207FE721B4}"/>
              </a:ext>
            </a:extLst>
          </p:cNvPr>
          <p:cNvPicPr>
            <a:picLocks noChangeAspect="1"/>
          </p:cNvPicPr>
          <p:nvPr/>
        </p:nvPicPr>
        <p:blipFill>
          <a:blip r:embed="rId2"/>
          <a:stretch>
            <a:fillRect/>
          </a:stretch>
        </p:blipFill>
        <p:spPr>
          <a:xfrm>
            <a:off x="3309548" y="3062236"/>
            <a:ext cx="5572903" cy="733527"/>
          </a:xfrm>
          <a:prstGeom prst="rect">
            <a:avLst/>
          </a:prstGeom>
        </p:spPr>
      </p:pic>
    </p:spTree>
    <p:extLst>
      <p:ext uri="{BB962C8B-B14F-4D97-AF65-F5344CB8AC3E}">
        <p14:creationId xmlns:p14="http://schemas.microsoft.com/office/powerpoint/2010/main" val="147199966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3E808C-B5E3-A327-1D8F-8103A946B59E}"/>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AA2B891B-B356-5DDD-B4FD-616A8044D51C}"/>
              </a:ext>
            </a:extLst>
          </p:cNvPr>
          <p:cNvSpPr>
            <a:spLocks noGrp="1"/>
          </p:cNvSpPr>
          <p:nvPr>
            <p:ph type="title"/>
          </p:nvPr>
        </p:nvSpPr>
        <p:spPr>
          <a:xfrm>
            <a:off x="838200" y="365125"/>
            <a:ext cx="10515600" cy="437763"/>
          </a:xfrm>
        </p:spPr>
        <p:txBody>
          <a:bodyPr>
            <a:normAutofit/>
          </a:bodyPr>
          <a:lstStyle/>
          <a:p>
            <a:r>
              <a:rPr lang="it-IT" sz="2000" dirty="0"/>
              <a:t>Esercizio: da testo a digramma</a:t>
            </a:r>
          </a:p>
        </p:txBody>
      </p:sp>
      <p:sp>
        <p:nvSpPr>
          <p:cNvPr id="3" name="Segnaposto contenuto 2">
            <a:extLst>
              <a:ext uri="{FF2B5EF4-FFF2-40B4-BE49-F238E27FC236}">
                <a16:creationId xmlns:a16="http://schemas.microsoft.com/office/drawing/2014/main" id="{9B09755B-F217-AE51-B609-5BD675D05582}"/>
              </a:ext>
            </a:extLst>
          </p:cNvPr>
          <p:cNvSpPr>
            <a:spLocks noGrp="1"/>
          </p:cNvSpPr>
          <p:nvPr>
            <p:ph idx="1"/>
          </p:nvPr>
        </p:nvSpPr>
        <p:spPr>
          <a:xfrm>
            <a:off x="838200" y="1048215"/>
            <a:ext cx="10515600" cy="2821258"/>
          </a:xfrm>
        </p:spPr>
        <p:txBody>
          <a:bodyPr>
            <a:normAutofit/>
          </a:bodyPr>
          <a:lstStyle/>
          <a:p>
            <a:pPr marL="0" indent="0">
              <a:buNone/>
            </a:pPr>
            <a:r>
              <a:rPr lang="it-IT" sz="2400" dirty="0"/>
              <a:t>6. Perché si formi una coalizione, ci deve essere una certa ideologia su cui si forma la coalizione. Non ha senso creare una coalizione senza un'ideologia. </a:t>
            </a:r>
          </a:p>
        </p:txBody>
      </p:sp>
    </p:spTree>
    <p:extLst>
      <p:ext uri="{BB962C8B-B14F-4D97-AF65-F5344CB8AC3E}">
        <p14:creationId xmlns:p14="http://schemas.microsoft.com/office/powerpoint/2010/main" val="313030628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55095B-419E-0493-7E6C-3A8C188683EF}"/>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84848985-ECDC-301B-84FB-6B6DC299D306}"/>
              </a:ext>
            </a:extLst>
          </p:cNvPr>
          <p:cNvSpPr>
            <a:spLocks noGrp="1"/>
          </p:cNvSpPr>
          <p:nvPr>
            <p:ph type="title"/>
          </p:nvPr>
        </p:nvSpPr>
        <p:spPr>
          <a:xfrm>
            <a:off x="838200" y="365125"/>
            <a:ext cx="10515600" cy="437763"/>
          </a:xfrm>
        </p:spPr>
        <p:txBody>
          <a:bodyPr>
            <a:normAutofit/>
          </a:bodyPr>
          <a:lstStyle/>
          <a:p>
            <a:r>
              <a:rPr lang="it-IT" sz="2000" dirty="0"/>
              <a:t>Esercizio: da testo a digramma</a:t>
            </a:r>
          </a:p>
        </p:txBody>
      </p:sp>
      <p:sp>
        <p:nvSpPr>
          <p:cNvPr id="3" name="Segnaposto contenuto 2">
            <a:extLst>
              <a:ext uri="{FF2B5EF4-FFF2-40B4-BE49-F238E27FC236}">
                <a16:creationId xmlns:a16="http://schemas.microsoft.com/office/drawing/2014/main" id="{6BAC2B37-3846-60C3-2E9E-23888AA2C927}"/>
              </a:ext>
            </a:extLst>
          </p:cNvPr>
          <p:cNvSpPr>
            <a:spLocks noGrp="1"/>
          </p:cNvSpPr>
          <p:nvPr>
            <p:ph idx="1"/>
          </p:nvPr>
        </p:nvSpPr>
        <p:spPr>
          <a:xfrm>
            <a:off x="838200" y="1048215"/>
            <a:ext cx="10515600" cy="2821258"/>
          </a:xfrm>
        </p:spPr>
        <p:txBody>
          <a:bodyPr>
            <a:normAutofit/>
          </a:bodyPr>
          <a:lstStyle/>
          <a:p>
            <a:pPr marL="0" indent="0">
              <a:buNone/>
            </a:pPr>
            <a:r>
              <a:rPr lang="it-IT" sz="2400" dirty="0"/>
              <a:t>6. Perché si formi una coalizione, ci deve essere una certa ideologia su cui si forma la coalizione. Non ha senso creare una coalizione senza un'ideologia. </a:t>
            </a:r>
          </a:p>
        </p:txBody>
      </p:sp>
      <p:pic>
        <p:nvPicPr>
          <p:cNvPr id="5" name="Immagine 4">
            <a:extLst>
              <a:ext uri="{FF2B5EF4-FFF2-40B4-BE49-F238E27FC236}">
                <a16:creationId xmlns:a16="http://schemas.microsoft.com/office/drawing/2014/main" id="{54B0F935-B48E-C7E0-44E8-B02C39F645E1}"/>
              </a:ext>
            </a:extLst>
          </p:cNvPr>
          <p:cNvPicPr>
            <a:picLocks noChangeAspect="1"/>
          </p:cNvPicPr>
          <p:nvPr/>
        </p:nvPicPr>
        <p:blipFill>
          <a:blip r:embed="rId2"/>
          <a:stretch>
            <a:fillRect/>
          </a:stretch>
        </p:blipFill>
        <p:spPr>
          <a:xfrm>
            <a:off x="4986214" y="3027858"/>
            <a:ext cx="1762371" cy="1991003"/>
          </a:xfrm>
          <a:prstGeom prst="rect">
            <a:avLst/>
          </a:prstGeom>
        </p:spPr>
      </p:pic>
    </p:spTree>
    <p:extLst>
      <p:ext uri="{BB962C8B-B14F-4D97-AF65-F5344CB8AC3E}">
        <p14:creationId xmlns:p14="http://schemas.microsoft.com/office/powerpoint/2010/main" val="375684572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C0862D-7F94-340F-5CAA-50A2A5E339E5}"/>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7769AD39-5FE6-6572-4776-53C36C637B9D}"/>
              </a:ext>
            </a:extLst>
          </p:cNvPr>
          <p:cNvSpPr>
            <a:spLocks noGrp="1"/>
          </p:cNvSpPr>
          <p:nvPr>
            <p:ph type="title"/>
          </p:nvPr>
        </p:nvSpPr>
        <p:spPr>
          <a:xfrm>
            <a:off x="838200" y="365125"/>
            <a:ext cx="10515600" cy="437763"/>
          </a:xfrm>
        </p:spPr>
        <p:txBody>
          <a:bodyPr>
            <a:normAutofit/>
          </a:bodyPr>
          <a:lstStyle/>
          <a:p>
            <a:r>
              <a:rPr lang="it-IT" sz="2000" dirty="0"/>
              <a:t>Esercizio: da testo a digramma</a:t>
            </a:r>
          </a:p>
        </p:txBody>
      </p:sp>
      <p:sp>
        <p:nvSpPr>
          <p:cNvPr id="3" name="Segnaposto contenuto 2">
            <a:extLst>
              <a:ext uri="{FF2B5EF4-FFF2-40B4-BE49-F238E27FC236}">
                <a16:creationId xmlns:a16="http://schemas.microsoft.com/office/drawing/2014/main" id="{16BC1515-4B39-B2E9-9783-4835A553A773}"/>
              </a:ext>
            </a:extLst>
          </p:cNvPr>
          <p:cNvSpPr>
            <a:spLocks noGrp="1"/>
          </p:cNvSpPr>
          <p:nvPr>
            <p:ph idx="1"/>
          </p:nvPr>
        </p:nvSpPr>
        <p:spPr>
          <a:xfrm>
            <a:off x="838200" y="1048215"/>
            <a:ext cx="10515600" cy="2821258"/>
          </a:xfrm>
        </p:spPr>
        <p:txBody>
          <a:bodyPr>
            <a:normAutofit/>
          </a:bodyPr>
          <a:lstStyle/>
          <a:p>
            <a:pPr marL="0" indent="0">
              <a:buNone/>
            </a:pPr>
            <a:r>
              <a:rPr lang="it-IT" sz="2400" dirty="0"/>
              <a:t>7. Dal momento che l'idea di un'ideologia, non è sempre molto chiaramente definita, e può accadere che diverse coalizioni abbiano la stessa ideologia, è naturale che i partiti possano scegliere di appartenere a più di una coalizione. </a:t>
            </a:r>
          </a:p>
        </p:txBody>
      </p:sp>
    </p:spTree>
    <p:extLst>
      <p:ext uri="{BB962C8B-B14F-4D97-AF65-F5344CB8AC3E}">
        <p14:creationId xmlns:p14="http://schemas.microsoft.com/office/powerpoint/2010/main" val="119360190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A4F270-67BA-F06B-4F20-30BDB3AD19E3}"/>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2DBA13C2-E54F-4C4F-1729-E7EFEC77CE1F}"/>
              </a:ext>
            </a:extLst>
          </p:cNvPr>
          <p:cNvSpPr>
            <a:spLocks noGrp="1"/>
          </p:cNvSpPr>
          <p:nvPr>
            <p:ph type="title"/>
          </p:nvPr>
        </p:nvSpPr>
        <p:spPr>
          <a:xfrm>
            <a:off x="838200" y="365125"/>
            <a:ext cx="10515600" cy="437763"/>
          </a:xfrm>
        </p:spPr>
        <p:txBody>
          <a:bodyPr>
            <a:normAutofit/>
          </a:bodyPr>
          <a:lstStyle/>
          <a:p>
            <a:r>
              <a:rPr lang="it-IT" sz="2000" dirty="0"/>
              <a:t>Esercizio: da testo a digramma</a:t>
            </a:r>
          </a:p>
        </p:txBody>
      </p:sp>
      <p:sp>
        <p:nvSpPr>
          <p:cNvPr id="3" name="Segnaposto contenuto 2">
            <a:extLst>
              <a:ext uri="{FF2B5EF4-FFF2-40B4-BE49-F238E27FC236}">
                <a16:creationId xmlns:a16="http://schemas.microsoft.com/office/drawing/2014/main" id="{3EA85397-57AC-8668-EF17-9318F762CCF0}"/>
              </a:ext>
            </a:extLst>
          </p:cNvPr>
          <p:cNvSpPr>
            <a:spLocks noGrp="1"/>
          </p:cNvSpPr>
          <p:nvPr>
            <p:ph idx="1"/>
          </p:nvPr>
        </p:nvSpPr>
        <p:spPr>
          <a:xfrm>
            <a:off x="838200" y="1048215"/>
            <a:ext cx="10515600" cy="2821258"/>
          </a:xfrm>
        </p:spPr>
        <p:txBody>
          <a:bodyPr>
            <a:normAutofit/>
          </a:bodyPr>
          <a:lstStyle/>
          <a:p>
            <a:pPr marL="0" indent="0">
              <a:buNone/>
            </a:pPr>
            <a:r>
              <a:rPr lang="it-IT" sz="2400" dirty="0"/>
              <a:t>7. Dal momento che l'idea di un'ideologia, non è sempre molto chiaramente definita, e può accadere che diverse coalizioni abbiano la stessa ideologia, è naturale che i partiti possano scegliere di appartenere a più di una coalizione. </a:t>
            </a:r>
          </a:p>
        </p:txBody>
      </p:sp>
      <p:pic>
        <p:nvPicPr>
          <p:cNvPr id="5" name="Immagine 4">
            <a:extLst>
              <a:ext uri="{FF2B5EF4-FFF2-40B4-BE49-F238E27FC236}">
                <a16:creationId xmlns:a16="http://schemas.microsoft.com/office/drawing/2014/main" id="{33B2021A-8693-CE87-E6E9-E0312BB749C6}"/>
              </a:ext>
            </a:extLst>
          </p:cNvPr>
          <p:cNvPicPr>
            <a:picLocks noChangeAspect="1"/>
          </p:cNvPicPr>
          <p:nvPr/>
        </p:nvPicPr>
        <p:blipFill>
          <a:blip r:embed="rId2"/>
          <a:stretch>
            <a:fillRect/>
          </a:stretch>
        </p:blipFill>
        <p:spPr>
          <a:xfrm>
            <a:off x="3039052" y="3619431"/>
            <a:ext cx="5382376" cy="990738"/>
          </a:xfrm>
          <a:prstGeom prst="rect">
            <a:avLst/>
          </a:prstGeom>
        </p:spPr>
      </p:pic>
    </p:spTree>
    <p:extLst>
      <p:ext uri="{BB962C8B-B14F-4D97-AF65-F5344CB8AC3E}">
        <p14:creationId xmlns:p14="http://schemas.microsoft.com/office/powerpoint/2010/main" val="50128250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1CC44F-8C2F-E01F-A3EC-7D7C7B42E183}"/>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AD07DE96-41F2-61BC-9250-A82488D33FCF}"/>
              </a:ext>
            </a:extLst>
          </p:cNvPr>
          <p:cNvSpPr>
            <a:spLocks noGrp="1"/>
          </p:cNvSpPr>
          <p:nvPr>
            <p:ph type="title"/>
          </p:nvPr>
        </p:nvSpPr>
        <p:spPr>
          <a:xfrm>
            <a:off x="838200" y="365125"/>
            <a:ext cx="10515600" cy="437763"/>
          </a:xfrm>
        </p:spPr>
        <p:txBody>
          <a:bodyPr>
            <a:normAutofit/>
          </a:bodyPr>
          <a:lstStyle/>
          <a:p>
            <a:r>
              <a:rPr lang="it-IT" sz="2000" dirty="0"/>
              <a:t>Esercizio: da testo a digramma</a:t>
            </a:r>
          </a:p>
        </p:txBody>
      </p:sp>
      <p:sp>
        <p:nvSpPr>
          <p:cNvPr id="3" name="Segnaposto contenuto 2">
            <a:extLst>
              <a:ext uri="{FF2B5EF4-FFF2-40B4-BE49-F238E27FC236}">
                <a16:creationId xmlns:a16="http://schemas.microsoft.com/office/drawing/2014/main" id="{040EA188-1178-944F-FB59-195698C7F69E}"/>
              </a:ext>
            </a:extLst>
          </p:cNvPr>
          <p:cNvSpPr>
            <a:spLocks noGrp="1"/>
          </p:cNvSpPr>
          <p:nvPr>
            <p:ph idx="1"/>
          </p:nvPr>
        </p:nvSpPr>
        <p:spPr>
          <a:xfrm>
            <a:off x="838200" y="1048215"/>
            <a:ext cx="10515600" cy="2821258"/>
          </a:xfrm>
        </p:spPr>
        <p:txBody>
          <a:bodyPr>
            <a:normAutofit/>
          </a:bodyPr>
          <a:lstStyle/>
          <a:p>
            <a:pPr marL="0" indent="0">
              <a:buNone/>
            </a:pPr>
            <a:r>
              <a:rPr lang="it-IT" sz="2400" dirty="0"/>
              <a:t>8. I partiti sono sempre organizzati in ali (come l'ala militare, l'ala politica, l'ala governativa, ecc.). Ogni ala di un partito ha un direttore che controlla l'ala. Le ali sono riconosciute dal loro nome, cioè </a:t>
            </a:r>
            <a:r>
              <a:rPr lang="it-IT" sz="2400" dirty="0" err="1"/>
              <a:t>wingName</a:t>
            </a:r>
            <a:r>
              <a:rPr lang="it-IT" sz="2400" dirty="0"/>
              <a:t>. </a:t>
            </a:r>
          </a:p>
        </p:txBody>
      </p:sp>
    </p:spTree>
    <p:extLst>
      <p:ext uri="{BB962C8B-B14F-4D97-AF65-F5344CB8AC3E}">
        <p14:creationId xmlns:p14="http://schemas.microsoft.com/office/powerpoint/2010/main" val="337146022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366332-DAD9-8F54-F8CA-53D9E38254B8}"/>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F9452F9D-4EB9-920B-89E6-1F56A897FAC1}"/>
              </a:ext>
            </a:extLst>
          </p:cNvPr>
          <p:cNvSpPr>
            <a:spLocks noGrp="1"/>
          </p:cNvSpPr>
          <p:nvPr>
            <p:ph type="title"/>
          </p:nvPr>
        </p:nvSpPr>
        <p:spPr>
          <a:xfrm>
            <a:off x="838200" y="365125"/>
            <a:ext cx="10515600" cy="437763"/>
          </a:xfrm>
        </p:spPr>
        <p:txBody>
          <a:bodyPr>
            <a:normAutofit/>
          </a:bodyPr>
          <a:lstStyle/>
          <a:p>
            <a:r>
              <a:rPr lang="it-IT" sz="2000" dirty="0"/>
              <a:t>Esercizio: da testo a digramma</a:t>
            </a:r>
          </a:p>
        </p:txBody>
      </p:sp>
      <p:sp>
        <p:nvSpPr>
          <p:cNvPr id="3" name="Segnaposto contenuto 2">
            <a:extLst>
              <a:ext uri="{FF2B5EF4-FFF2-40B4-BE49-F238E27FC236}">
                <a16:creationId xmlns:a16="http://schemas.microsoft.com/office/drawing/2014/main" id="{D8CC7D1C-697E-4B24-75AF-0E6676EAEABB}"/>
              </a:ext>
            </a:extLst>
          </p:cNvPr>
          <p:cNvSpPr>
            <a:spLocks noGrp="1"/>
          </p:cNvSpPr>
          <p:nvPr>
            <p:ph idx="1"/>
          </p:nvPr>
        </p:nvSpPr>
        <p:spPr>
          <a:xfrm>
            <a:off x="838200" y="1048215"/>
            <a:ext cx="10515600" cy="2821258"/>
          </a:xfrm>
        </p:spPr>
        <p:txBody>
          <a:bodyPr>
            <a:normAutofit/>
          </a:bodyPr>
          <a:lstStyle/>
          <a:p>
            <a:pPr marL="0" indent="0">
              <a:buNone/>
            </a:pPr>
            <a:r>
              <a:rPr lang="it-IT" sz="2400" dirty="0"/>
              <a:t>8. I partiti sono sempre organizzati in ali (come l'ala militare, l'ala politica, l'ala governativa, ecc.). Ogni ala di un partito ha un direttore che controlla l'ala. Le ali sono riconosciute dal loro nome, cioè </a:t>
            </a:r>
            <a:r>
              <a:rPr lang="it-IT" sz="2400" dirty="0" err="1"/>
              <a:t>wingName</a:t>
            </a:r>
            <a:r>
              <a:rPr lang="it-IT" sz="2400" dirty="0"/>
              <a:t>. </a:t>
            </a:r>
          </a:p>
        </p:txBody>
      </p:sp>
      <p:pic>
        <p:nvPicPr>
          <p:cNvPr id="5" name="Immagine 4">
            <a:extLst>
              <a:ext uri="{FF2B5EF4-FFF2-40B4-BE49-F238E27FC236}">
                <a16:creationId xmlns:a16="http://schemas.microsoft.com/office/drawing/2014/main" id="{E7A7515F-529E-AB5C-7A7C-65071F195D73}"/>
              </a:ext>
            </a:extLst>
          </p:cNvPr>
          <p:cNvPicPr>
            <a:picLocks noChangeAspect="1"/>
          </p:cNvPicPr>
          <p:nvPr/>
        </p:nvPicPr>
        <p:blipFill>
          <a:blip r:embed="rId2"/>
          <a:stretch>
            <a:fillRect/>
          </a:stretch>
        </p:blipFill>
        <p:spPr>
          <a:xfrm>
            <a:off x="4676577" y="2738213"/>
            <a:ext cx="2838846" cy="3210373"/>
          </a:xfrm>
          <a:prstGeom prst="rect">
            <a:avLst/>
          </a:prstGeom>
        </p:spPr>
      </p:pic>
    </p:spTree>
    <p:extLst>
      <p:ext uri="{BB962C8B-B14F-4D97-AF65-F5344CB8AC3E}">
        <p14:creationId xmlns:p14="http://schemas.microsoft.com/office/powerpoint/2010/main" val="402390509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618C96-7E91-53A7-B17E-2BE4EE5E8956}"/>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424B6F6F-06D2-7465-A62E-42D8CC90EC94}"/>
              </a:ext>
            </a:extLst>
          </p:cNvPr>
          <p:cNvSpPr>
            <a:spLocks noGrp="1"/>
          </p:cNvSpPr>
          <p:nvPr>
            <p:ph type="title"/>
          </p:nvPr>
        </p:nvSpPr>
        <p:spPr>
          <a:xfrm>
            <a:off x="838200" y="365125"/>
            <a:ext cx="10515600" cy="437763"/>
          </a:xfrm>
        </p:spPr>
        <p:txBody>
          <a:bodyPr>
            <a:normAutofit/>
          </a:bodyPr>
          <a:lstStyle/>
          <a:p>
            <a:r>
              <a:rPr lang="it-IT" sz="2000" dirty="0"/>
              <a:t>Esercizio: da testo a digramma</a:t>
            </a:r>
          </a:p>
        </p:txBody>
      </p:sp>
      <p:sp>
        <p:nvSpPr>
          <p:cNvPr id="3" name="Segnaposto contenuto 2">
            <a:extLst>
              <a:ext uri="{FF2B5EF4-FFF2-40B4-BE49-F238E27FC236}">
                <a16:creationId xmlns:a16="http://schemas.microsoft.com/office/drawing/2014/main" id="{8A373430-25AC-902F-0C2D-4169A81CFC46}"/>
              </a:ext>
            </a:extLst>
          </p:cNvPr>
          <p:cNvSpPr>
            <a:spLocks noGrp="1"/>
          </p:cNvSpPr>
          <p:nvPr>
            <p:ph idx="1"/>
          </p:nvPr>
        </p:nvSpPr>
        <p:spPr>
          <a:xfrm>
            <a:off x="838200" y="1048215"/>
            <a:ext cx="10515600" cy="2821258"/>
          </a:xfrm>
        </p:spPr>
        <p:txBody>
          <a:bodyPr>
            <a:normAutofit/>
          </a:bodyPr>
          <a:lstStyle/>
          <a:p>
            <a:pPr marL="0" indent="0">
              <a:buNone/>
            </a:pPr>
            <a:r>
              <a:rPr lang="it-IT" sz="2400" dirty="0"/>
              <a:t>9. Un partito ha membri del comitato (che sono molto diversi dagli elettori). I membri del comitato sono candidati (che sono quelli per i quali gli elettori saranno chiamati a votare se le elezioni si terranno in futuro) o sono funzionari. Un funzionario di partito non può essere un candidato di partito, e viceversa. </a:t>
            </a:r>
          </a:p>
        </p:txBody>
      </p:sp>
    </p:spTree>
    <p:extLst>
      <p:ext uri="{BB962C8B-B14F-4D97-AF65-F5344CB8AC3E}">
        <p14:creationId xmlns:p14="http://schemas.microsoft.com/office/powerpoint/2010/main" val="106720565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D5FDA6-E235-C6EC-C64A-1AC69FD79188}"/>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9C6C7357-8C74-53AF-ECB2-90EBECD6C27A}"/>
              </a:ext>
            </a:extLst>
          </p:cNvPr>
          <p:cNvSpPr>
            <a:spLocks noGrp="1"/>
          </p:cNvSpPr>
          <p:nvPr>
            <p:ph type="title"/>
          </p:nvPr>
        </p:nvSpPr>
        <p:spPr>
          <a:xfrm>
            <a:off x="838200" y="365125"/>
            <a:ext cx="10515600" cy="437763"/>
          </a:xfrm>
        </p:spPr>
        <p:txBody>
          <a:bodyPr>
            <a:normAutofit/>
          </a:bodyPr>
          <a:lstStyle/>
          <a:p>
            <a:r>
              <a:rPr lang="it-IT" sz="2000" dirty="0"/>
              <a:t>Esercizio: da testo a digramma</a:t>
            </a:r>
          </a:p>
        </p:txBody>
      </p:sp>
      <p:pic>
        <p:nvPicPr>
          <p:cNvPr id="5" name="Immagine 4">
            <a:extLst>
              <a:ext uri="{FF2B5EF4-FFF2-40B4-BE49-F238E27FC236}">
                <a16:creationId xmlns:a16="http://schemas.microsoft.com/office/drawing/2014/main" id="{AB5ED655-3C9A-4FCD-D257-52ADDB707D12}"/>
              </a:ext>
            </a:extLst>
          </p:cNvPr>
          <p:cNvPicPr>
            <a:picLocks noChangeAspect="1"/>
          </p:cNvPicPr>
          <p:nvPr/>
        </p:nvPicPr>
        <p:blipFill>
          <a:blip r:embed="rId2"/>
          <a:stretch>
            <a:fillRect/>
          </a:stretch>
        </p:blipFill>
        <p:spPr>
          <a:xfrm>
            <a:off x="3617963" y="2320290"/>
            <a:ext cx="5428375" cy="4335212"/>
          </a:xfrm>
          <a:prstGeom prst="rect">
            <a:avLst/>
          </a:prstGeom>
        </p:spPr>
      </p:pic>
      <p:sp>
        <p:nvSpPr>
          <p:cNvPr id="3" name="Segnaposto contenuto 2">
            <a:extLst>
              <a:ext uri="{FF2B5EF4-FFF2-40B4-BE49-F238E27FC236}">
                <a16:creationId xmlns:a16="http://schemas.microsoft.com/office/drawing/2014/main" id="{78B6948A-31E6-F679-0382-468EC51EC9C2}"/>
              </a:ext>
            </a:extLst>
          </p:cNvPr>
          <p:cNvSpPr>
            <a:spLocks noGrp="1"/>
          </p:cNvSpPr>
          <p:nvPr>
            <p:ph idx="1"/>
          </p:nvPr>
        </p:nvSpPr>
        <p:spPr>
          <a:xfrm>
            <a:off x="838200" y="1048215"/>
            <a:ext cx="10515600" cy="2821258"/>
          </a:xfrm>
        </p:spPr>
        <p:txBody>
          <a:bodyPr>
            <a:normAutofit/>
          </a:bodyPr>
          <a:lstStyle/>
          <a:p>
            <a:pPr marL="0" indent="0">
              <a:buNone/>
            </a:pPr>
            <a:r>
              <a:rPr lang="it-IT" sz="2400" dirty="0"/>
              <a:t>9. Un partito ha membri del comitato (che sono molto diversi dagli elettori). I membri del comitato sono candidati (che sono quelli per i quali gli elettori saranno chiamati a votare se le elezioni si terranno in futuro) o sono funzionari. Un funzionario di partito non può essere un candidato di partito, e viceversa. </a:t>
            </a:r>
          </a:p>
        </p:txBody>
      </p:sp>
    </p:spTree>
    <p:extLst>
      <p:ext uri="{BB962C8B-B14F-4D97-AF65-F5344CB8AC3E}">
        <p14:creationId xmlns:p14="http://schemas.microsoft.com/office/powerpoint/2010/main" val="206513037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F7FC10-B848-D265-D7C6-F063E630BF36}"/>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41EDC3E4-2603-551D-DFE6-D698F2895E0A}"/>
              </a:ext>
            </a:extLst>
          </p:cNvPr>
          <p:cNvSpPr>
            <a:spLocks noGrp="1"/>
          </p:cNvSpPr>
          <p:nvPr>
            <p:ph type="title"/>
          </p:nvPr>
        </p:nvSpPr>
        <p:spPr>
          <a:xfrm>
            <a:off x="838200" y="365125"/>
            <a:ext cx="10515600" cy="437763"/>
          </a:xfrm>
        </p:spPr>
        <p:txBody>
          <a:bodyPr>
            <a:normAutofit/>
          </a:bodyPr>
          <a:lstStyle/>
          <a:p>
            <a:r>
              <a:rPr lang="it-IT" sz="2000" dirty="0"/>
              <a:t>Esercizio: da testo a digramma</a:t>
            </a:r>
          </a:p>
        </p:txBody>
      </p:sp>
      <p:sp>
        <p:nvSpPr>
          <p:cNvPr id="3" name="Segnaposto contenuto 2">
            <a:extLst>
              <a:ext uri="{FF2B5EF4-FFF2-40B4-BE49-F238E27FC236}">
                <a16:creationId xmlns:a16="http://schemas.microsoft.com/office/drawing/2014/main" id="{5888D6F6-584A-DE17-D6AA-F6ED7716B2A3}"/>
              </a:ext>
            </a:extLst>
          </p:cNvPr>
          <p:cNvSpPr>
            <a:spLocks noGrp="1"/>
          </p:cNvSpPr>
          <p:nvPr>
            <p:ph idx="1"/>
          </p:nvPr>
        </p:nvSpPr>
        <p:spPr>
          <a:xfrm>
            <a:off x="838200" y="1048215"/>
            <a:ext cx="10515600" cy="2821258"/>
          </a:xfrm>
        </p:spPr>
        <p:txBody>
          <a:bodyPr>
            <a:normAutofit/>
          </a:bodyPr>
          <a:lstStyle/>
          <a:p>
            <a:pPr marL="0" indent="0">
              <a:buNone/>
            </a:pPr>
            <a:r>
              <a:rPr lang="it-IT" sz="2400" dirty="0"/>
              <a:t>10. Per i membri del comitato di partito, abbiamo bisogno di sapere la data in cui hanno iniziato a essere membri del comitato di partito. È possibile che alcuni di loro lascino il partito e tornino in un secondo momento. In questi casi, conserviamo solo l'ultima data in cui hanno iniziato il ruolo di membro del comitato. Ogni membro del comitato di partito ha un ID di partito univoco chiamato </a:t>
            </a:r>
            <a:r>
              <a:rPr lang="it-IT" sz="2400" dirty="0" err="1"/>
              <a:t>partyId</a:t>
            </a:r>
            <a:r>
              <a:rPr lang="it-IT" sz="2400" dirty="0"/>
              <a:t>. </a:t>
            </a:r>
          </a:p>
        </p:txBody>
      </p:sp>
    </p:spTree>
    <p:extLst>
      <p:ext uri="{BB962C8B-B14F-4D97-AF65-F5344CB8AC3E}">
        <p14:creationId xmlns:p14="http://schemas.microsoft.com/office/powerpoint/2010/main" val="155701701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946037-7C7E-591A-CF08-8A5177743588}"/>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A84592AE-CBAD-0522-1607-744A25C7DE53}"/>
              </a:ext>
            </a:extLst>
          </p:cNvPr>
          <p:cNvSpPr>
            <a:spLocks noGrp="1"/>
          </p:cNvSpPr>
          <p:nvPr>
            <p:ph type="title"/>
          </p:nvPr>
        </p:nvSpPr>
        <p:spPr>
          <a:xfrm>
            <a:off x="838200" y="365125"/>
            <a:ext cx="10515600" cy="437763"/>
          </a:xfrm>
        </p:spPr>
        <p:txBody>
          <a:bodyPr>
            <a:normAutofit/>
          </a:bodyPr>
          <a:lstStyle/>
          <a:p>
            <a:r>
              <a:rPr lang="it-IT" sz="2000" dirty="0"/>
              <a:t>Esercizio: da testo a digramma</a:t>
            </a:r>
          </a:p>
        </p:txBody>
      </p:sp>
      <p:sp>
        <p:nvSpPr>
          <p:cNvPr id="3" name="Segnaposto contenuto 2">
            <a:extLst>
              <a:ext uri="{FF2B5EF4-FFF2-40B4-BE49-F238E27FC236}">
                <a16:creationId xmlns:a16="http://schemas.microsoft.com/office/drawing/2014/main" id="{41EDCCE2-4170-553F-FCFE-577ED7027C11}"/>
              </a:ext>
            </a:extLst>
          </p:cNvPr>
          <p:cNvSpPr>
            <a:spLocks noGrp="1"/>
          </p:cNvSpPr>
          <p:nvPr>
            <p:ph idx="1"/>
          </p:nvPr>
        </p:nvSpPr>
        <p:spPr>
          <a:xfrm>
            <a:off x="838200" y="1048215"/>
            <a:ext cx="10515600" cy="2821258"/>
          </a:xfrm>
        </p:spPr>
        <p:txBody>
          <a:bodyPr>
            <a:normAutofit/>
          </a:bodyPr>
          <a:lstStyle/>
          <a:p>
            <a:pPr marL="0" indent="0">
              <a:buNone/>
            </a:pPr>
            <a:r>
              <a:rPr lang="it-IT" sz="2400" dirty="0"/>
              <a:t>10. Per i membri del comitato di partito, abbiamo bisogno di sapere la data in cui hanno iniziato a essere membri del comitato di partito. È possibile che alcuni di loro lascino il partito e tornino in un secondo momento. In questi casi, conserviamo solo l'ultima data in cui hanno iniziato il ruolo di membro del comitato. Ogni membro del comitato di partito ha un ID di partito univoco chiamato </a:t>
            </a:r>
            <a:r>
              <a:rPr lang="it-IT" sz="2400" dirty="0" err="1"/>
              <a:t>partyId</a:t>
            </a:r>
            <a:r>
              <a:rPr lang="it-IT" sz="2400" dirty="0"/>
              <a:t>. </a:t>
            </a:r>
          </a:p>
        </p:txBody>
      </p:sp>
      <p:pic>
        <p:nvPicPr>
          <p:cNvPr id="5" name="Immagine 4">
            <a:extLst>
              <a:ext uri="{FF2B5EF4-FFF2-40B4-BE49-F238E27FC236}">
                <a16:creationId xmlns:a16="http://schemas.microsoft.com/office/drawing/2014/main" id="{4F5D0062-51E6-F7D8-0948-A8129F140D51}"/>
              </a:ext>
            </a:extLst>
          </p:cNvPr>
          <p:cNvPicPr>
            <a:picLocks noChangeAspect="1"/>
          </p:cNvPicPr>
          <p:nvPr/>
        </p:nvPicPr>
        <p:blipFill>
          <a:blip r:embed="rId2"/>
          <a:stretch>
            <a:fillRect/>
          </a:stretch>
        </p:blipFill>
        <p:spPr>
          <a:xfrm>
            <a:off x="2564631" y="3429000"/>
            <a:ext cx="6468378" cy="2467319"/>
          </a:xfrm>
          <a:prstGeom prst="rect">
            <a:avLst/>
          </a:prstGeom>
        </p:spPr>
      </p:pic>
    </p:spTree>
    <p:extLst>
      <p:ext uri="{BB962C8B-B14F-4D97-AF65-F5344CB8AC3E}">
        <p14:creationId xmlns:p14="http://schemas.microsoft.com/office/powerpoint/2010/main" val="316367419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3A7305-5F8C-1C61-8504-AABDB3C1BC07}"/>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20BFF727-5D31-B47D-5142-7386F9E97E5A}"/>
              </a:ext>
            </a:extLst>
          </p:cNvPr>
          <p:cNvSpPr>
            <a:spLocks noGrp="1"/>
          </p:cNvSpPr>
          <p:nvPr>
            <p:ph type="title"/>
          </p:nvPr>
        </p:nvSpPr>
        <p:spPr>
          <a:xfrm>
            <a:off x="838200" y="365125"/>
            <a:ext cx="10515600" cy="437763"/>
          </a:xfrm>
        </p:spPr>
        <p:txBody>
          <a:bodyPr>
            <a:normAutofit/>
          </a:bodyPr>
          <a:lstStyle/>
          <a:p>
            <a:r>
              <a:rPr lang="it-IT" sz="2000" dirty="0"/>
              <a:t>Esercizio: da testo a digramma</a:t>
            </a:r>
          </a:p>
        </p:txBody>
      </p:sp>
      <p:sp>
        <p:nvSpPr>
          <p:cNvPr id="3" name="Segnaposto contenuto 2">
            <a:extLst>
              <a:ext uri="{FF2B5EF4-FFF2-40B4-BE49-F238E27FC236}">
                <a16:creationId xmlns:a16="http://schemas.microsoft.com/office/drawing/2014/main" id="{DA79B238-44B0-2B5C-8A8B-6A77D8DD43FA}"/>
              </a:ext>
            </a:extLst>
          </p:cNvPr>
          <p:cNvSpPr>
            <a:spLocks noGrp="1"/>
          </p:cNvSpPr>
          <p:nvPr>
            <p:ph idx="1"/>
          </p:nvPr>
        </p:nvSpPr>
        <p:spPr>
          <a:xfrm>
            <a:off x="838200" y="1048215"/>
            <a:ext cx="10515600" cy="2821258"/>
          </a:xfrm>
        </p:spPr>
        <p:txBody>
          <a:bodyPr>
            <a:normAutofit/>
          </a:bodyPr>
          <a:lstStyle/>
          <a:p>
            <a:pPr marL="0" indent="0">
              <a:buNone/>
            </a:pPr>
            <a:r>
              <a:rPr lang="it-IT" sz="2400" dirty="0"/>
              <a:t>11. Per ogni candidato del partito, dobbiamo conservare il numero di volte in cui il candidato ha partecipato alle elezioni, in modo da sapere a chi dare la priorità per la candidatura alle prossime elezioni. </a:t>
            </a:r>
          </a:p>
        </p:txBody>
      </p:sp>
    </p:spTree>
    <p:extLst>
      <p:ext uri="{BB962C8B-B14F-4D97-AF65-F5344CB8AC3E}">
        <p14:creationId xmlns:p14="http://schemas.microsoft.com/office/powerpoint/2010/main" val="427948688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4EB199-EDF9-B0BE-779C-1EAEE83FBB66}"/>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108AF808-B618-C367-6A9D-C50D7B77E905}"/>
              </a:ext>
            </a:extLst>
          </p:cNvPr>
          <p:cNvSpPr>
            <a:spLocks noGrp="1"/>
          </p:cNvSpPr>
          <p:nvPr>
            <p:ph type="title"/>
          </p:nvPr>
        </p:nvSpPr>
        <p:spPr>
          <a:xfrm>
            <a:off x="838200" y="365125"/>
            <a:ext cx="10515600" cy="437763"/>
          </a:xfrm>
        </p:spPr>
        <p:txBody>
          <a:bodyPr>
            <a:normAutofit/>
          </a:bodyPr>
          <a:lstStyle/>
          <a:p>
            <a:r>
              <a:rPr lang="it-IT" sz="2000" dirty="0"/>
              <a:t>Esercizio: da testo a digramma</a:t>
            </a:r>
          </a:p>
        </p:txBody>
      </p:sp>
      <p:sp>
        <p:nvSpPr>
          <p:cNvPr id="3" name="Segnaposto contenuto 2">
            <a:extLst>
              <a:ext uri="{FF2B5EF4-FFF2-40B4-BE49-F238E27FC236}">
                <a16:creationId xmlns:a16="http://schemas.microsoft.com/office/drawing/2014/main" id="{DBFE1725-5EF8-8D23-5F75-2F244EC8515F}"/>
              </a:ext>
            </a:extLst>
          </p:cNvPr>
          <p:cNvSpPr>
            <a:spLocks noGrp="1"/>
          </p:cNvSpPr>
          <p:nvPr>
            <p:ph idx="1"/>
          </p:nvPr>
        </p:nvSpPr>
        <p:spPr>
          <a:xfrm>
            <a:off x="838200" y="1048215"/>
            <a:ext cx="10515600" cy="2821258"/>
          </a:xfrm>
        </p:spPr>
        <p:txBody>
          <a:bodyPr>
            <a:normAutofit/>
          </a:bodyPr>
          <a:lstStyle/>
          <a:p>
            <a:pPr marL="0" indent="0">
              <a:buNone/>
            </a:pPr>
            <a:r>
              <a:rPr lang="it-IT" sz="2400" dirty="0"/>
              <a:t>11. Per ogni candidato del partito, dobbiamo conservare il numero di volte in cui il candidato ha partecipato alle elezioni, in modo da sapere a chi dare la priorità per la candidatura alle prossime elezioni. </a:t>
            </a:r>
          </a:p>
        </p:txBody>
      </p:sp>
      <p:pic>
        <p:nvPicPr>
          <p:cNvPr id="5" name="Immagine 4">
            <a:extLst>
              <a:ext uri="{FF2B5EF4-FFF2-40B4-BE49-F238E27FC236}">
                <a16:creationId xmlns:a16="http://schemas.microsoft.com/office/drawing/2014/main" id="{D025FF7D-8AA3-224F-CDEF-F259BEB943EA}"/>
              </a:ext>
            </a:extLst>
          </p:cNvPr>
          <p:cNvPicPr>
            <a:picLocks noChangeAspect="1"/>
          </p:cNvPicPr>
          <p:nvPr/>
        </p:nvPicPr>
        <p:blipFill>
          <a:blip r:embed="rId2"/>
          <a:stretch>
            <a:fillRect/>
          </a:stretch>
        </p:blipFill>
        <p:spPr>
          <a:xfrm>
            <a:off x="4624182" y="3733747"/>
            <a:ext cx="2943636" cy="762106"/>
          </a:xfrm>
          <a:prstGeom prst="rect">
            <a:avLst/>
          </a:prstGeom>
        </p:spPr>
      </p:pic>
    </p:spTree>
    <p:extLst>
      <p:ext uri="{BB962C8B-B14F-4D97-AF65-F5344CB8AC3E}">
        <p14:creationId xmlns:p14="http://schemas.microsoft.com/office/powerpoint/2010/main" val="288039257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EFB4DD-7336-99A2-C398-3571A62B9B79}"/>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D63779F0-5324-265A-BE68-A579FBFB5136}"/>
              </a:ext>
            </a:extLst>
          </p:cNvPr>
          <p:cNvSpPr>
            <a:spLocks noGrp="1"/>
          </p:cNvSpPr>
          <p:nvPr>
            <p:ph type="title"/>
          </p:nvPr>
        </p:nvSpPr>
        <p:spPr>
          <a:xfrm>
            <a:off x="838200" y="365125"/>
            <a:ext cx="10515600" cy="437763"/>
          </a:xfrm>
        </p:spPr>
        <p:txBody>
          <a:bodyPr>
            <a:normAutofit/>
          </a:bodyPr>
          <a:lstStyle/>
          <a:p>
            <a:r>
              <a:rPr lang="it-IT" sz="2000" dirty="0"/>
              <a:t>Esercizio: da testo a digramma</a:t>
            </a:r>
          </a:p>
        </p:txBody>
      </p:sp>
      <p:sp>
        <p:nvSpPr>
          <p:cNvPr id="3" name="Segnaposto contenuto 2">
            <a:extLst>
              <a:ext uri="{FF2B5EF4-FFF2-40B4-BE49-F238E27FC236}">
                <a16:creationId xmlns:a16="http://schemas.microsoft.com/office/drawing/2014/main" id="{FCFA9A4B-A258-D9D9-F4C7-CFB781CF92F3}"/>
              </a:ext>
            </a:extLst>
          </p:cNvPr>
          <p:cNvSpPr>
            <a:spLocks noGrp="1"/>
          </p:cNvSpPr>
          <p:nvPr>
            <p:ph idx="1"/>
          </p:nvPr>
        </p:nvSpPr>
        <p:spPr>
          <a:xfrm>
            <a:off x="838200" y="1048215"/>
            <a:ext cx="10515600" cy="2821258"/>
          </a:xfrm>
        </p:spPr>
        <p:txBody>
          <a:bodyPr>
            <a:normAutofit/>
          </a:bodyPr>
          <a:lstStyle/>
          <a:p>
            <a:pPr marL="0" indent="0">
              <a:buNone/>
            </a:pPr>
            <a:r>
              <a:rPr lang="it-IT" sz="2400" dirty="0"/>
              <a:t>12. I membri del comitato di partito possono ricevere compensi (abbiamo bisogno di conoscere l'importo) dai gruppi della coalizione. Quando un gruppo di coalizione dà un compenso a un membro del comitato di partito, questo viene fatto ai fini di un'elezione specifica. Per legge, un gruppo di coalizione non può compensare un membro del partito per una specifica elezione più di una volta. </a:t>
            </a:r>
          </a:p>
        </p:txBody>
      </p:sp>
    </p:spTree>
    <p:extLst>
      <p:ext uri="{BB962C8B-B14F-4D97-AF65-F5344CB8AC3E}">
        <p14:creationId xmlns:p14="http://schemas.microsoft.com/office/powerpoint/2010/main" val="343816015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89EF2A-34AC-57A7-5DC7-619E57B4046D}"/>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E993D6AA-C934-2D74-8959-89FB9C6457EF}"/>
              </a:ext>
            </a:extLst>
          </p:cNvPr>
          <p:cNvSpPr>
            <a:spLocks noGrp="1"/>
          </p:cNvSpPr>
          <p:nvPr>
            <p:ph type="title"/>
          </p:nvPr>
        </p:nvSpPr>
        <p:spPr>
          <a:xfrm>
            <a:off x="838200" y="365125"/>
            <a:ext cx="10515600" cy="437763"/>
          </a:xfrm>
        </p:spPr>
        <p:txBody>
          <a:bodyPr>
            <a:normAutofit/>
          </a:bodyPr>
          <a:lstStyle/>
          <a:p>
            <a:r>
              <a:rPr lang="it-IT" sz="2000" dirty="0"/>
              <a:t>Esercizio: da testo a digramma</a:t>
            </a:r>
          </a:p>
        </p:txBody>
      </p:sp>
      <p:pic>
        <p:nvPicPr>
          <p:cNvPr id="5" name="Immagine 4">
            <a:extLst>
              <a:ext uri="{FF2B5EF4-FFF2-40B4-BE49-F238E27FC236}">
                <a16:creationId xmlns:a16="http://schemas.microsoft.com/office/drawing/2014/main" id="{BF32BB9F-D330-74B5-314E-24DE27E5716E}"/>
              </a:ext>
            </a:extLst>
          </p:cNvPr>
          <p:cNvPicPr>
            <a:picLocks noChangeAspect="1"/>
          </p:cNvPicPr>
          <p:nvPr/>
        </p:nvPicPr>
        <p:blipFill>
          <a:blip r:embed="rId2"/>
          <a:stretch>
            <a:fillRect/>
          </a:stretch>
        </p:blipFill>
        <p:spPr>
          <a:xfrm>
            <a:off x="3576286" y="2643470"/>
            <a:ext cx="4836194" cy="4214529"/>
          </a:xfrm>
          <a:prstGeom prst="rect">
            <a:avLst/>
          </a:prstGeom>
        </p:spPr>
      </p:pic>
      <p:sp>
        <p:nvSpPr>
          <p:cNvPr id="3" name="Segnaposto contenuto 2">
            <a:extLst>
              <a:ext uri="{FF2B5EF4-FFF2-40B4-BE49-F238E27FC236}">
                <a16:creationId xmlns:a16="http://schemas.microsoft.com/office/drawing/2014/main" id="{58EFCBCC-D0C4-B6C1-7273-2EE0507DFFA5}"/>
              </a:ext>
            </a:extLst>
          </p:cNvPr>
          <p:cNvSpPr>
            <a:spLocks noGrp="1"/>
          </p:cNvSpPr>
          <p:nvPr>
            <p:ph idx="1"/>
          </p:nvPr>
        </p:nvSpPr>
        <p:spPr>
          <a:xfrm>
            <a:off x="838200" y="1048215"/>
            <a:ext cx="10515600" cy="2821258"/>
          </a:xfrm>
        </p:spPr>
        <p:txBody>
          <a:bodyPr>
            <a:normAutofit/>
          </a:bodyPr>
          <a:lstStyle/>
          <a:p>
            <a:pPr marL="0" indent="0">
              <a:buNone/>
            </a:pPr>
            <a:r>
              <a:rPr lang="it-IT" sz="2400" dirty="0"/>
              <a:t>12. I membri del comitato di partito possono ricevere compensi (abbiamo bisogno di conoscere l'importo) dai gruppi della coalizione. Quando un gruppo di coalizione dà un compenso a un membro del comitato di partito, questo viene fatto ai fini di un'elezione specifica. Per legge, un gruppo di coalizione non può compensare un membro del partito per una specifica elezione più di una volta. </a:t>
            </a:r>
          </a:p>
        </p:txBody>
      </p:sp>
    </p:spTree>
    <p:extLst>
      <p:ext uri="{BB962C8B-B14F-4D97-AF65-F5344CB8AC3E}">
        <p14:creationId xmlns:p14="http://schemas.microsoft.com/office/powerpoint/2010/main" val="400793022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8A91EE-3DD1-AA02-654B-8BD57FF1D6CE}"/>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3889C660-5E16-1A79-164D-2D6D8B812BA2}"/>
              </a:ext>
            </a:extLst>
          </p:cNvPr>
          <p:cNvSpPr>
            <a:spLocks noGrp="1"/>
          </p:cNvSpPr>
          <p:nvPr>
            <p:ph type="title"/>
          </p:nvPr>
        </p:nvSpPr>
        <p:spPr>
          <a:xfrm>
            <a:off x="838200" y="365125"/>
            <a:ext cx="10515600" cy="437763"/>
          </a:xfrm>
        </p:spPr>
        <p:txBody>
          <a:bodyPr>
            <a:normAutofit/>
          </a:bodyPr>
          <a:lstStyle/>
          <a:p>
            <a:r>
              <a:rPr lang="it-IT" sz="2000" dirty="0"/>
              <a:t>Esercizio: da testo a digramma</a:t>
            </a:r>
          </a:p>
        </p:txBody>
      </p:sp>
      <p:sp>
        <p:nvSpPr>
          <p:cNvPr id="3" name="Segnaposto contenuto 2">
            <a:extLst>
              <a:ext uri="{FF2B5EF4-FFF2-40B4-BE49-F238E27FC236}">
                <a16:creationId xmlns:a16="http://schemas.microsoft.com/office/drawing/2014/main" id="{F9C2731B-A0CE-4241-8F1D-E58F1A4F317F}"/>
              </a:ext>
            </a:extLst>
          </p:cNvPr>
          <p:cNvSpPr>
            <a:spLocks noGrp="1"/>
          </p:cNvSpPr>
          <p:nvPr>
            <p:ph idx="1"/>
          </p:nvPr>
        </p:nvSpPr>
        <p:spPr>
          <a:xfrm>
            <a:off x="838200" y="1048215"/>
            <a:ext cx="10515600" cy="2821258"/>
          </a:xfrm>
        </p:spPr>
        <p:txBody>
          <a:bodyPr>
            <a:normAutofit/>
          </a:bodyPr>
          <a:lstStyle/>
          <a:p>
            <a:pPr marL="0" indent="0">
              <a:buNone/>
            </a:pPr>
            <a:r>
              <a:rPr lang="it-IT" sz="2400" dirty="0"/>
              <a:t>13. I funzionari di partito hanno livelli di anzianità. Questo è semplicemente un numero. Più alto è il numero, più anziana è la persona. </a:t>
            </a:r>
          </a:p>
        </p:txBody>
      </p:sp>
    </p:spTree>
    <p:extLst>
      <p:ext uri="{BB962C8B-B14F-4D97-AF65-F5344CB8AC3E}">
        <p14:creationId xmlns:p14="http://schemas.microsoft.com/office/powerpoint/2010/main" val="53640633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215029-075C-7FFE-8ABA-E814A5A14045}"/>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5502B8C8-3D0B-2AEB-1DE9-92361B4A3307}"/>
              </a:ext>
            </a:extLst>
          </p:cNvPr>
          <p:cNvSpPr>
            <a:spLocks noGrp="1"/>
          </p:cNvSpPr>
          <p:nvPr>
            <p:ph type="title"/>
          </p:nvPr>
        </p:nvSpPr>
        <p:spPr>
          <a:xfrm>
            <a:off x="838200" y="365125"/>
            <a:ext cx="10515600" cy="437763"/>
          </a:xfrm>
        </p:spPr>
        <p:txBody>
          <a:bodyPr>
            <a:normAutofit/>
          </a:bodyPr>
          <a:lstStyle/>
          <a:p>
            <a:r>
              <a:rPr lang="it-IT" sz="2000" dirty="0"/>
              <a:t>Esercizio: da testo a digramma</a:t>
            </a:r>
          </a:p>
        </p:txBody>
      </p:sp>
      <p:sp>
        <p:nvSpPr>
          <p:cNvPr id="3" name="Segnaposto contenuto 2">
            <a:extLst>
              <a:ext uri="{FF2B5EF4-FFF2-40B4-BE49-F238E27FC236}">
                <a16:creationId xmlns:a16="http://schemas.microsoft.com/office/drawing/2014/main" id="{B67A7B48-45AB-A390-C433-38D7172EBA32}"/>
              </a:ext>
            </a:extLst>
          </p:cNvPr>
          <p:cNvSpPr>
            <a:spLocks noGrp="1"/>
          </p:cNvSpPr>
          <p:nvPr>
            <p:ph idx="1"/>
          </p:nvPr>
        </p:nvSpPr>
        <p:spPr>
          <a:xfrm>
            <a:off x="838200" y="1048215"/>
            <a:ext cx="10515600" cy="2821258"/>
          </a:xfrm>
        </p:spPr>
        <p:txBody>
          <a:bodyPr>
            <a:normAutofit/>
          </a:bodyPr>
          <a:lstStyle/>
          <a:p>
            <a:pPr marL="0" indent="0">
              <a:buNone/>
            </a:pPr>
            <a:r>
              <a:rPr lang="it-IT" sz="2400" dirty="0"/>
              <a:t>13. I funzionari di partito hanno livelli di anzianità. Questo è semplicemente un numero. Più alto è il numero, più anziana è la persona. </a:t>
            </a:r>
          </a:p>
        </p:txBody>
      </p:sp>
      <p:pic>
        <p:nvPicPr>
          <p:cNvPr id="5" name="Immagine 4">
            <a:extLst>
              <a:ext uri="{FF2B5EF4-FFF2-40B4-BE49-F238E27FC236}">
                <a16:creationId xmlns:a16="http://schemas.microsoft.com/office/drawing/2014/main" id="{D1D4E0F4-2EBD-5EC0-5E75-ADAE4E51B239}"/>
              </a:ext>
            </a:extLst>
          </p:cNvPr>
          <p:cNvPicPr>
            <a:picLocks noChangeAspect="1"/>
          </p:cNvPicPr>
          <p:nvPr/>
        </p:nvPicPr>
        <p:blipFill>
          <a:blip r:embed="rId2"/>
          <a:stretch>
            <a:fillRect/>
          </a:stretch>
        </p:blipFill>
        <p:spPr>
          <a:xfrm>
            <a:off x="4614671" y="3202630"/>
            <a:ext cx="2734057" cy="666843"/>
          </a:xfrm>
          <a:prstGeom prst="rect">
            <a:avLst/>
          </a:prstGeom>
        </p:spPr>
      </p:pic>
    </p:spTree>
    <p:extLst>
      <p:ext uri="{BB962C8B-B14F-4D97-AF65-F5344CB8AC3E}">
        <p14:creationId xmlns:p14="http://schemas.microsoft.com/office/powerpoint/2010/main" val="292506775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6B2259-BEF5-2C06-8775-36F51B0C7D43}"/>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C2FD8EE1-DE3D-9FAC-3658-C7C284EC848C}"/>
              </a:ext>
            </a:extLst>
          </p:cNvPr>
          <p:cNvSpPr>
            <a:spLocks noGrp="1"/>
          </p:cNvSpPr>
          <p:nvPr>
            <p:ph type="title"/>
          </p:nvPr>
        </p:nvSpPr>
        <p:spPr>
          <a:xfrm>
            <a:off x="838200" y="365125"/>
            <a:ext cx="10515600" cy="437763"/>
          </a:xfrm>
        </p:spPr>
        <p:txBody>
          <a:bodyPr>
            <a:normAutofit/>
          </a:bodyPr>
          <a:lstStyle/>
          <a:p>
            <a:r>
              <a:rPr lang="it-IT" sz="2000" dirty="0"/>
              <a:t>Esercizio: da testo a digramma</a:t>
            </a:r>
          </a:p>
        </p:txBody>
      </p:sp>
      <p:sp>
        <p:nvSpPr>
          <p:cNvPr id="3" name="Segnaposto contenuto 2">
            <a:extLst>
              <a:ext uri="{FF2B5EF4-FFF2-40B4-BE49-F238E27FC236}">
                <a16:creationId xmlns:a16="http://schemas.microsoft.com/office/drawing/2014/main" id="{D56CE48A-BBAF-70C1-AC4A-BE2519F2FF9A}"/>
              </a:ext>
            </a:extLst>
          </p:cNvPr>
          <p:cNvSpPr>
            <a:spLocks noGrp="1"/>
          </p:cNvSpPr>
          <p:nvPr>
            <p:ph idx="1"/>
          </p:nvPr>
        </p:nvSpPr>
        <p:spPr>
          <a:xfrm>
            <a:off x="838200" y="1048215"/>
            <a:ext cx="10515600" cy="2821258"/>
          </a:xfrm>
        </p:spPr>
        <p:txBody>
          <a:bodyPr>
            <a:normAutofit/>
          </a:bodyPr>
          <a:lstStyle/>
          <a:p>
            <a:pPr marL="0" indent="0">
              <a:buNone/>
            </a:pPr>
            <a:r>
              <a:rPr lang="it-IT" sz="2400" dirty="0"/>
              <a:t>14. A volte, quando ci sono dubbi su quanto un elettore sia devoto al partito, può essere chiesto a un funzionario del partito di fare da mentore/guidare l'appartenenza di un elettore al partito. </a:t>
            </a:r>
          </a:p>
        </p:txBody>
      </p:sp>
    </p:spTree>
    <p:extLst>
      <p:ext uri="{BB962C8B-B14F-4D97-AF65-F5344CB8AC3E}">
        <p14:creationId xmlns:p14="http://schemas.microsoft.com/office/powerpoint/2010/main" val="201343154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706282-9781-DBF5-7080-FB979107EB30}"/>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0515075C-D8F0-B2BD-E57B-834BBC2E909B}"/>
              </a:ext>
            </a:extLst>
          </p:cNvPr>
          <p:cNvSpPr>
            <a:spLocks noGrp="1"/>
          </p:cNvSpPr>
          <p:nvPr>
            <p:ph type="title"/>
          </p:nvPr>
        </p:nvSpPr>
        <p:spPr>
          <a:xfrm>
            <a:off x="838200" y="365125"/>
            <a:ext cx="10515600" cy="437763"/>
          </a:xfrm>
        </p:spPr>
        <p:txBody>
          <a:bodyPr>
            <a:normAutofit/>
          </a:bodyPr>
          <a:lstStyle/>
          <a:p>
            <a:r>
              <a:rPr lang="it-IT" sz="2000" dirty="0"/>
              <a:t>Esercizio: da testo a digramma</a:t>
            </a:r>
          </a:p>
        </p:txBody>
      </p:sp>
      <p:pic>
        <p:nvPicPr>
          <p:cNvPr id="5" name="Immagine 4">
            <a:extLst>
              <a:ext uri="{FF2B5EF4-FFF2-40B4-BE49-F238E27FC236}">
                <a16:creationId xmlns:a16="http://schemas.microsoft.com/office/drawing/2014/main" id="{4174445F-8C05-20D6-9BF8-BA5BEC6ADF71}"/>
              </a:ext>
            </a:extLst>
          </p:cNvPr>
          <p:cNvPicPr>
            <a:picLocks noChangeAspect="1"/>
          </p:cNvPicPr>
          <p:nvPr/>
        </p:nvPicPr>
        <p:blipFill>
          <a:blip r:embed="rId2"/>
          <a:stretch>
            <a:fillRect/>
          </a:stretch>
        </p:blipFill>
        <p:spPr>
          <a:xfrm>
            <a:off x="3377093" y="2057400"/>
            <a:ext cx="5179978" cy="4800600"/>
          </a:xfrm>
          <a:prstGeom prst="rect">
            <a:avLst/>
          </a:prstGeom>
        </p:spPr>
      </p:pic>
      <p:sp>
        <p:nvSpPr>
          <p:cNvPr id="3" name="Segnaposto contenuto 2">
            <a:extLst>
              <a:ext uri="{FF2B5EF4-FFF2-40B4-BE49-F238E27FC236}">
                <a16:creationId xmlns:a16="http://schemas.microsoft.com/office/drawing/2014/main" id="{5264D146-C38A-9B4A-9CC7-72B00F30038F}"/>
              </a:ext>
            </a:extLst>
          </p:cNvPr>
          <p:cNvSpPr>
            <a:spLocks noGrp="1"/>
          </p:cNvSpPr>
          <p:nvPr>
            <p:ph idx="1"/>
          </p:nvPr>
        </p:nvSpPr>
        <p:spPr>
          <a:xfrm>
            <a:off x="838200" y="1048215"/>
            <a:ext cx="10515600" cy="2821258"/>
          </a:xfrm>
        </p:spPr>
        <p:txBody>
          <a:bodyPr>
            <a:normAutofit/>
          </a:bodyPr>
          <a:lstStyle/>
          <a:p>
            <a:pPr marL="0" indent="0">
              <a:buNone/>
            </a:pPr>
            <a:r>
              <a:rPr lang="it-IT" sz="2400" dirty="0"/>
              <a:t>14. A volte, quando ci sono dubbi su quanto un elettore sia devoto al partito, può essere chiesto a un funzionario del partito di fare da mentore/guidare l'appartenenza di un elettore al partito. </a:t>
            </a:r>
          </a:p>
        </p:txBody>
      </p:sp>
    </p:spTree>
    <p:extLst>
      <p:ext uri="{BB962C8B-B14F-4D97-AF65-F5344CB8AC3E}">
        <p14:creationId xmlns:p14="http://schemas.microsoft.com/office/powerpoint/2010/main" val="401693371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6A11F7-20BB-C104-2851-7290F3556F0D}"/>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60C5A40A-A6D2-9A3A-1B13-E3CA164148EB}"/>
              </a:ext>
            </a:extLst>
          </p:cNvPr>
          <p:cNvSpPr>
            <a:spLocks noGrp="1"/>
          </p:cNvSpPr>
          <p:nvPr>
            <p:ph type="title"/>
          </p:nvPr>
        </p:nvSpPr>
        <p:spPr>
          <a:xfrm>
            <a:off x="838200" y="365125"/>
            <a:ext cx="10515600" cy="437763"/>
          </a:xfrm>
        </p:spPr>
        <p:txBody>
          <a:bodyPr>
            <a:normAutofit/>
          </a:bodyPr>
          <a:lstStyle/>
          <a:p>
            <a:r>
              <a:rPr lang="it-IT" sz="2000" dirty="0"/>
              <a:t>Esercizio: da testo a digramma</a:t>
            </a:r>
          </a:p>
        </p:txBody>
      </p:sp>
      <p:sp>
        <p:nvSpPr>
          <p:cNvPr id="3" name="Segnaposto contenuto 2">
            <a:extLst>
              <a:ext uri="{FF2B5EF4-FFF2-40B4-BE49-F238E27FC236}">
                <a16:creationId xmlns:a16="http://schemas.microsoft.com/office/drawing/2014/main" id="{423D22E7-5B1C-EAB7-4D8F-08E9B1ECC95B}"/>
              </a:ext>
            </a:extLst>
          </p:cNvPr>
          <p:cNvSpPr>
            <a:spLocks noGrp="1"/>
          </p:cNvSpPr>
          <p:nvPr>
            <p:ph idx="1"/>
          </p:nvPr>
        </p:nvSpPr>
        <p:spPr>
          <a:xfrm>
            <a:off x="838200" y="1048215"/>
            <a:ext cx="10515600" cy="2821258"/>
          </a:xfrm>
        </p:spPr>
        <p:txBody>
          <a:bodyPr>
            <a:normAutofit/>
          </a:bodyPr>
          <a:lstStyle/>
          <a:p>
            <a:pPr marL="0" indent="0">
              <a:buNone/>
            </a:pPr>
            <a:r>
              <a:rPr lang="it-IT" sz="2400" dirty="0"/>
              <a:t>15. I candidati possono partecipare alle visite, da soli o insieme ad altri candidati. Per un tour abbiamo bisogno di conoscere la data di inizio. </a:t>
            </a:r>
          </a:p>
        </p:txBody>
      </p:sp>
    </p:spTree>
    <p:extLst>
      <p:ext uri="{BB962C8B-B14F-4D97-AF65-F5344CB8AC3E}">
        <p14:creationId xmlns:p14="http://schemas.microsoft.com/office/powerpoint/2010/main" val="322760088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6A4ABD-15D9-6554-0DF0-67BE63443BBE}"/>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6A2A4E76-FA61-8D30-7AB3-457F098CBB0E}"/>
              </a:ext>
            </a:extLst>
          </p:cNvPr>
          <p:cNvSpPr>
            <a:spLocks noGrp="1"/>
          </p:cNvSpPr>
          <p:nvPr>
            <p:ph type="title"/>
          </p:nvPr>
        </p:nvSpPr>
        <p:spPr>
          <a:xfrm>
            <a:off x="838200" y="365125"/>
            <a:ext cx="10515600" cy="437763"/>
          </a:xfrm>
        </p:spPr>
        <p:txBody>
          <a:bodyPr>
            <a:normAutofit/>
          </a:bodyPr>
          <a:lstStyle/>
          <a:p>
            <a:r>
              <a:rPr lang="it-IT" sz="2000" dirty="0"/>
              <a:t>Esercizio: da testo a digramma</a:t>
            </a:r>
          </a:p>
        </p:txBody>
      </p:sp>
      <p:sp>
        <p:nvSpPr>
          <p:cNvPr id="3" name="Segnaposto contenuto 2">
            <a:extLst>
              <a:ext uri="{FF2B5EF4-FFF2-40B4-BE49-F238E27FC236}">
                <a16:creationId xmlns:a16="http://schemas.microsoft.com/office/drawing/2014/main" id="{20EBBABC-BFA8-6AD7-F135-D157CE3574EF}"/>
              </a:ext>
            </a:extLst>
          </p:cNvPr>
          <p:cNvSpPr>
            <a:spLocks noGrp="1"/>
          </p:cNvSpPr>
          <p:nvPr>
            <p:ph idx="1"/>
          </p:nvPr>
        </p:nvSpPr>
        <p:spPr>
          <a:xfrm>
            <a:off x="838200" y="1048215"/>
            <a:ext cx="10515600" cy="2821258"/>
          </a:xfrm>
        </p:spPr>
        <p:txBody>
          <a:bodyPr>
            <a:normAutofit/>
          </a:bodyPr>
          <a:lstStyle/>
          <a:p>
            <a:pPr marL="0" indent="0">
              <a:buNone/>
            </a:pPr>
            <a:r>
              <a:rPr lang="it-IT" sz="2400" dirty="0"/>
              <a:t>15. I candidati possono partecipare alle visite, da soli o insieme ad altri candidati. Per un tour abbiamo bisogno di conoscere la data di inizio. </a:t>
            </a:r>
          </a:p>
        </p:txBody>
      </p:sp>
      <p:pic>
        <p:nvPicPr>
          <p:cNvPr id="6" name="Immagine 5">
            <a:extLst>
              <a:ext uri="{FF2B5EF4-FFF2-40B4-BE49-F238E27FC236}">
                <a16:creationId xmlns:a16="http://schemas.microsoft.com/office/drawing/2014/main" id="{90B11D62-9C50-B813-3D60-4AE2C09F0A7C}"/>
              </a:ext>
            </a:extLst>
          </p:cNvPr>
          <p:cNvPicPr>
            <a:picLocks noChangeAspect="1"/>
          </p:cNvPicPr>
          <p:nvPr/>
        </p:nvPicPr>
        <p:blipFill>
          <a:blip r:embed="rId2"/>
          <a:stretch>
            <a:fillRect/>
          </a:stretch>
        </p:blipFill>
        <p:spPr>
          <a:xfrm>
            <a:off x="2823761" y="2458844"/>
            <a:ext cx="5744377" cy="3362794"/>
          </a:xfrm>
          <a:prstGeom prst="rect">
            <a:avLst/>
          </a:prstGeom>
        </p:spPr>
      </p:pic>
    </p:spTree>
    <p:extLst>
      <p:ext uri="{BB962C8B-B14F-4D97-AF65-F5344CB8AC3E}">
        <p14:creationId xmlns:p14="http://schemas.microsoft.com/office/powerpoint/2010/main" val="8983756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5444D-7E24-9792-DA0A-EAB41332248F}"/>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2694BCAB-0115-99A7-0C54-7F44B3C76957}"/>
              </a:ext>
            </a:extLst>
          </p:cNvPr>
          <p:cNvSpPr>
            <a:spLocks noGrp="1"/>
          </p:cNvSpPr>
          <p:nvPr>
            <p:ph type="title"/>
          </p:nvPr>
        </p:nvSpPr>
        <p:spPr>
          <a:xfrm>
            <a:off x="838200" y="365125"/>
            <a:ext cx="10515600" cy="437763"/>
          </a:xfrm>
        </p:spPr>
        <p:txBody>
          <a:bodyPr>
            <a:normAutofit/>
          </a:bodyPr>
          <a:lstStyle/>
          <a:p>
            <a:r>
              <a:rPr lang="it-IT" sz="2000" dirty="0"/>
              <a:t>Esercizio: da testo a digramma</a:t>
            </a:r>
          </a:p>
        </p:txBody>
      </p:sp>
      <p:sp>
        <p:nvSpPr>
          <p:cNvPr id="3" name="Segnaposto contenuto 2">
            <a:extLst>
              <a:ext uri="{FF2B5EF4-FFF2-40B4-BE49-F238E27FC236}">
                <a16:creationId xmlns:a16="http://schemas.microsoft.com/office/drawing/2014/main" id="{2A4EB092-BF32-824D-0E76-C4005810D3FF}"/>
              </a:ext>
            </a:extLst>
          </p:cNvPr>
          <p:cNvSpPr>
            <a:spLocks noGrp="1"/>
          </p:cNvSpPr>
          <p:nvPr>
            <p:ph idx="1"/>
          </p:nvPr>
        </p:nvSpPr>
        <p:spPr>
          <a:xfrm>
            <a:off x="838200" y="1048215"/>
            <a:ext cx="10515600" cy="2821258"/>
          </a:xfrm>
        </p:spPr>
        <p:txBody>
          <a:bodyPr>
            <a:normAutofit/>
          </a:bodyPr>
          <a:lstStyle/>
          <a:p>
            <a:pPr marL="0" indent="0">
              <a:buNone/>
            </a:pPr>
            <a:r>
              <a:rPr lang="it-IT" sz="2400" dirty="0"/>
              <a:t>16. Un tour è una sequenza di soste in luoghi diversi. Un tour che ripete più di una la stessa località va bene, ma bisogna conoscere la sequenza delle località che compongono il tour. </a:t>
            </a:r>
          </a:p>
        </p:txBody>
      </p:sp>
    </p:spTree>
    <p:extLst>
      <p:ext uri="{BB962C8B-B14F-4D97-AF65-F5344CB8AC3E}">
        <p14:creationId xmlns:p14="http://schemas.microsoft.com/office/powerpoint/2010/main" val="352007049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918A86-7D04-E4EF-44EE-292B6581BEF6}"/>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BA5BE807-3AE9-1198-E66B-FE19B74A2DAD}"/>
              </a:ext>
            </a:extLst>
          </p:cNvPr>
          <p:cNvSpPr>
            <a:spLocks noGrp="1"/>
          </p:cNvSpPr>
          <p:nvPr>
            <p:ph type="title"/>
          </p:nvPr>
        </p:nvSpPr>
        <p:spPr>
          <a:xfrm>
            <a:off x="838200" y="365125"/>
            <a:ext cx="10515600" cy="437763"/>
          </a:xfrm>
        </p:spPr>
        <p:txBody>
          <a:bodyPr>
            <a:normAutofit/>
          </a:bodyPr>
          <a:lstStyle/>
          <a:p>
            <a:r>
              <a:rPr lang="it-IT" sz="2000" dirty="0"/>
              <a:t>Esercizio: da testo a digramma</a:t>
            </a:r>
          </a:p>
        </p:txBody>
      </p:sp>
      <p:sp>
        <p:nvSpPr>
          <p:cNvPr id="3" name="Segnaposto contenuto 2">
            <a:extLst>
              <a:ext uri="{FF2B5EF4-FFF2-40B4-BE49-F238E27FC236}">
                <a16:creationId xmlns:a16="http://schemas.microsoft.com/office/drawing/2014/main" id="{6BF5F999-19B0-4283-1848-6BF6188AD6B5}"/>
              </a:ext>
            </a:extLst>
          </p:cNvPr>
          <p:cNvSpPr>
            <a:spLocks noGrp="1"/>
          </p:cNvSpPr>
          <p:nvPr>
            <p:ph idx="1"/>
          </p:nvPr>
        </p:nvSpPr>
        <p:spPr>
          <a:xfrm>
            <a:off x="838200" y="1048215"/>
            <a:ext cx="10515600" cy="2821258"/>
          </a:xfrm>
        </p:spPr>
        <p:txBody>
          <a:bodyPr>
            <a:normAutofit/>
          </a:bodyPr>
          <a:lstStyle/>
          <a:p>
            <a:pPr marL="0" indent="0">
              <a:buNone/>
            </a:pPr>
            <a:r>
              <a:rPr lang="it-IT" sz="2400" dirty="0"/>
              <a:t>16. Un tour è una sequenza di soste in luoghi diversi. Un tour che ripete più di una la stessa località va bene, ma bisogna conoscere la sequenza delle località che compongono il tour. </a:t>
            </a:r>
          </a:p>
        </p:txBody>
      </p:sp>
      <p:pic>
        <p:nvPicPr>
          <p:cNvPr id="6" name="Immagine 5">
            <a:extLst>
              <a:ext uri="{FF2B5EF4-FFF2-40B4-BE49-F238E27FC236}">
                <a16:creationId xmlns:a16="http://schemas.microsoft.com/office/drawing/2014/main" id="{7A35C793-DFA9-D00B-5828-220494FFAD17}"/>
              </a:ext>
            </a:extLst>
          </p:cNvPr>
          <p:cNvPicPr>
            <a:picLocks noChangeAspect="1"/>
          </p:cNvPicPr>
          <p:nvPr/>
        </p:nvPicPr>
        <p:blipFill>
          <a:blip r:embed="rId2"/>
          <a:stretch>
            <a:fillRect/>
          </a:stretch>
        </p:blipFill>
        <p:spPr>
          <a:xfrm>
            <a:off x="3736530" y="2971640"/>
            <a:ext cx="3791479" cy="2286319"/>
          </a:xfrm>
          <a:prstGeom prst="rect">
            <a:avLst/>
          </a:prstGeom>
        </p:spPr>
      </p:pic>
    </p:spTree>
    <p:extLst>
      <p:ext uri="{BB962C8B-B14F-4D97-AF65-F5344CB8AC3E}">
        <p14:creationId xmlns:p14="http://schemas.microsoft.com/office/powerpoint/2010/main" val="390747637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DFD005-98EF-3343-D674-87E0231E8C7B}"/>
            </a:ext>
          </a:extLst>
        </p:cNvPr>
        <p:cNvGrpSpPr/>
        <p:nvPr/>
      </p:nvGrpSpPr>
      <p:grpSpPr>
        <a:xfrm>
          <a:off x="0" y="0"/>
          <a:ext cx="0" cy="0"/>
          <a:chOff x="0" y="0"/>
          <a:chExt cx="0" cy="0"/>
        </a:xfrm>
      </p:grpSpPr>
      <p:pic>
        <p:nvPicPr>
          <p:cNvPr id="6" name="Immagine 5">
            <a:extLst>
              <a:ext uri="{FF2B5EF4-FFF2-40B4-BE49-F238E27FC236}">
                <a16:creationId xmlns:a16="http://schemas.microsoft.com/office/drawing/2014/main" id="{AC8AD9EC-6CD7-E97C-37F4-6FCD492060B9}"/>
              </a:ext>
            </a:extLst>
          </p:cNvPr>
          <p:cNvPicPr>
            <a:picLocks noChangeAspect="1"/>
          </p:cNvPicPr>
          <p:nvPr/>
        </p:nvPicPr>
        <p:blipFill>
          <a:blip r:embed="rId2"/>
          <a:stretch>
            <a:fillRect/>
          </a:stretch>
        </p:blipFill>
        <p:spPr>
          <a:xfrm>
            <a:off x="541020" y="490854"/>
            <a:ext cx="10431780" cy="6533896"/>
          </a:xfrm>
          <a:prstGeom prst="rect">
            <a:avLst/>
          </a:prstGeom>
        </p:spPr>
      </p:pic>
      <p:sp>
        <p:nvSpPr>
          <p:cNvPr id="2" name="Titolo 1">
            <a:extLst>
              <a:ext uri="{FF2B5EF4-FFF2-40B4-BE49-F238E27FC236}">
                <a16:creationId xmlns:a16="http://schemas.microsoft.com/office/drawing/2014/main" id="{0ABC3089-57F4-9ACE-48E6-FD641E3F39C1}"/>
              </a:ext>
            </a:extLst>
          </p:cNvPr>
          <p:cNvSpPr>
            <a:spLocks noGrp="1"/>
          </p:cNvSpPr>
          <p:nvPr>
            <p:ph type="title"/>
          </p:nvPr>
        </p:nvSpPr>
        <p:spPr>
          <a:xfrm>
            <a:off x="838200" y="365125"/>
            <a:ext cx="10515600" cy="437763"/>
          </a:xfrm>
        </p:spPr>
        <p:txBody>
          <a:bodyPr>
            <a:normAutofit/>
          </a:bodyPr>
          <a:lstStyle/>
          <a:p>
            <a:r>
              <a:rPr lang="it-IT" sz="2000" dirty="0"/>
              <a:t>Soluzione: da testo a digramma</a:t>
            </a:r>
          </a:p>
        </p:txBody>
      </p:sp>
    </p:spTree>
    <p:extLst>
      <p:ext uri="{BB962C8B-B14F-4D97-AF65-F5344CB8AC3E}">
        <p14:creationId xmlns:p14="http://schemas.microsoft.com/office/powerpoint/2010/main" val="113329664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C3D4A1B9-484F-183A-093A-59CBDE1F1CDC}"/>
              </a:ext>
            </a:extLst>
          </p:cNvPr>
          <p:cNvSpPr>
            <a:spLocks noGrp="1"/>
          </p:cNvSpPr>
          <p:nvPr>
            <p:ph type="title"/>
          </p:nvPr>
        </p:nvSpPr>
        <p:spPr/>
        <p:txBody>
          <a:bodyPr/>
          <a:lstStyle/>
          <a:p>
            <a:r>
              <a:rPr lang="it-IT" dirty="0"/>
              <a:t>Prossime esercitazioni</a:t>
            </a:r>
          </a:p>
        </p:txBody>
      </p:sp>
      <p:sp>
        <p:nvSpPr>
          <p:cNvPr id="3" name="Segnaposto contenuto 2">
            <a:extLst>
              <a:ext uri="{FF2B5EF4-FFF2-40B4-BE49-F238E27FC236}">
                <a16:creationId xmlns:a16="http://schemas.microsoft.com/office/drawing/2014/main" id="{97314D23-DE8D-AF4F-EBFF-90BF8F7EE772}"/>
              </a:ext>
            </a:extLst>
          </p:cNvPr>
          <p:cNvSpPr>
            <a:spLocks noGrp="1"/>
          </p:cNvSpPr>
          <p:nvPr>
            <p:ph idx="1"/>
          </p:nvPr>
        </p:nvSpPr>
        <p:spPr/>
        <p:txBody>
          <a:bodyPr>
            <a:normAutofit/>
          </a:bodyPr>
          <a:lstStyle/>
          <a:p>
            <a:pPr marL="0" indent="0">
              <a:lnSpc>
                <a:spcPct val="130000"/>
              </a:lnSpc>
              <a:buNone/>
            </a:pPr>
            <a:r>
              <a:rPr lang="it-IT" strike="sngStrike" dirty="0">
                <a:solidFill>
                  <a:srgbClr val="FF0000"/>
                </a:solidFill>
              </a:rPr>
              <a:t>- lunedì 2 dicembre		09:00-10:30 &gt;&gt; A205 </a:t>
            </a:r>
          </a:p>
          <a:p>
            <a:pPr marL="0" indent="0">
              <a:lnSpc>
                <a:spcPct val="130000"/>
              </a:lnSpc>
              <a:buNone/>
            </a:pPr>
            <a:r>
              <a:rPr lang="it-IT" dirty="0"/>
              <a:t>- venerdì 6 dicembre		09:00-10:30 &gt;&gt; A108</a:t>
            </a:r>
          </a:p>
          <a:p>
            <a:pPr marL="0" indent="0">
              <a:lnSpc>
                <a:spcPct val="130000"/>
              </a:lnSpc>
              <a:buNone/>
            </a:pPr>
            <a:r>
              <a:rPr lang="it-IT" dirty="0"/>
              <a:t>- lunedì 9 dicembre		16:30-18:00 &gt;&gt; B107 </a:t>
            </a:r>
          </a:p>
          <a:p>
            <a:pPr marL="0" indent="0">
              <a:lnSpc>
                <a:spcPct val="130000"/>
              </a:lnSpc>
              <a:buNone/>
            </a:pPr>
            <a:r>
              <a:rPr lang="it-IT" dirty="0"/>
              <a:t>- martedì 10 dicembre		17:30-19:00 &gt;&gt; A101 </a:t>
            </a:r>
          </a:p>
          <a:p>
            <a:pPr marL="0" indent="0">
              <a:lnSpc>
                <a:spcPct val="130000"/>
              </a:lnSpc>
              <a:buNone/>
            </a:pPr>
            <a:r>
              <a:rPr lang="it-IT" dirty="0"/>
              <a:t>- giovedì 12 dicembre		17:30-19:00 &gt;&gt; A103 </a:t>
            </a:r>
          </a:p>
          <a:p>
            <a:pPr marL="0" indent="0">
              <a:lnSpc>
                <a:spcPct val="130000"/>
              </a:lnSpc>
              <a:buNone/>
            </a:pPr>
            <a:r>
              <a:rPr lang="it-IT" dirty="0"/>
              <a:t>- venerdì 13 dicembre		09:00-10:30 &gt;&gt; A108</a:t>
            </a:r>
          </a:p>
        </p:txBody>
      </p:sp>
    </p:spTree>
    <p:extLst>
      <p:ext uri="{BB962C8B-B14F-4D97-AF65-F5344CB8AC3E}">
        <p14:creationId xmlns:p14="http://schemas.microsoft.com/office/powerpoint/2010/main" val="150685286"/>
      </p:ext>
    </p:extLst>
  </p:cSld>
  <p:clrMapOvr>
    <a:masterClrMapping/>
  </p:clrMapOvr>
</p:sld>
</file>

<file path=ppt/theme/theme1.xml><?xml version="1.0" encoding="utf-8"?>
<a:theme xmlns:a="http://schemas.openxmlformats.org/drawingml/2006/main" name="Tema di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302</TotalTime>
  <Words>1822</Words>
  <Application>Microsoft Office PowerPoint</Application>
  <PresentationFormat>Widescreen</PresentationFormat>
  <Paragraphs>77</Paragraphs>
  <Slides>38</Slides>
  <Notes>0</Notes>
  <HiddenSlides>0</HiddenSlides>
  <MMClips>0</MMClips>
  <ScaleCrop>false</ScaleCrop>
  <HeadingPairs>
    <vt:vector size="6" baseType="variant">
      <vt:variant>
        <vt:lpstr>Caratteri utilizzati</vt:lpstr>
      </vt:variant>
      <vt:variant>
        <vt:i4>3</vt:i4>
      </vt:variant>
      <vt:variant>
        <vt:lpstr>Tema</vt:lpstr>
      </vt:variant>
      <vt:variant>
        <vt:i4>1</vt:i4>
      </vt:variant>
      <vt:variant>
        <vt:lpstr>Titoli diapositive</vt:lpstr>
      </vt:variant>
      <vt:variant>
        <vt:i4>38</vt:i4>
      </vt:variant>
    </vt:vector>
  </HeadingPairs>
  <TitlesOfParts>
    <vt:vector size="42" baseType="lpstr">
      <vt:lpstr>Aptos</vt:lpstr>
      <vt:lpstr>Aptos Display</vt:lpstr>
      <vt:lpstr>Arial</vt:lpstr>
      <vt:lpstr>Tema di Office</vt:lpstr>
      <vt:lpstr>Esercitazione ER</vt:lpstr>
      <vt:lpstr>Esercizio: da testo a digramma</vt:lpstr>
      <vt:lpstr>Ripasso</vt:lpstr>
      <vt:lpstr>Ripasso</vt:lpstr>
      <vt:lpstr>Esercizio: da testo a digramma</vt:lpstr>
      <vt:lpstr>Esercizio: da testo a digramma</vt:lpstr>
      <vt:lpstr>Esercizio: da testo a digramma</vt:lpstr>
      <vt:lpstr>Esercizio: da testo a digramma</vt:lpstr>
      <vt:lpstr>Esercizio: da testo a digramma</vt:lpstr>
      <vt:lpstr>Esercizio: da testo a digramma</vt:lpstr>
      <vt:lpstr>Esercizio: da testo a digramma</vt:lpstr>
      <vt:lpstr>Esercizio: da testo a digramma</vt:lpstr>
      <vt:lpstr>Esercizio: da testo a digramma</vt:lpstr>
      <vt:lpstr>Esercizio: da testo a digramma</vt:lpstr>
      <vt:lpstr>Esercizio: da testo a digramma</vt:lpstr>
      <vt:lpstr>Esercizio: da testo a digramma</vt:lpstr>
      <vt:lpstr>Esercizio: da testo a digramma</vt:lpstr>
      <vt:lpstr>Esercizio: da testo a digramma</vt:lpstr>
      <vt:lpstr>Esercizio: da testo a digramma</vt:lpstr>
      <vt:lpstr>Esercizio: da testo a digramma</vt:lpstr>
      <vt:lpstr>Esercizio: da testo a digramma</vt:lpstr>
      <vt:lpstr>Esercizio: da testo a digramma</vt:lpstr>
      <vt:lpstr>Esercizio: da testo a digramma</vt:lpstr>
      <vt:lpstr>Esercizio: da testo a digramma</vt:lpstr>
      <vt:lpstr>Esercizio: da testo a digramma</vt:lpstr>
      <vt:lpstr>Esercizio: da testo a digramma</vt:lpstr>
      <vt:lpstr>Esercizio: da testo a digramma</vt:lpstr>
      <vt:lpstr>Esercizio: da testo a digramma</vt:lpstr>
      <vt:lpstr>Esercizio: da testo a digramma</vt:lpstr>
      <vt:lpstr>Esercizio: da testo a digramma</vt:lpstr>
      <vt:lpstr>Esercizio: da testo a digramma</vt:lpstr>
      <vt:lpstr>Esercizio: da testo a digramma</vt:lpstr>
      <vt:lpstr>Esercizio: da testo a digramma</vt:lpstr>
      <vt:lpstr>Esercizio: da testo a digramma</vt:lpstr>
      <vt:lpstr>Esercizio: da testo a digramma</vt:lpstr>
      <vt:lpstr>Esercizio: da testo a digramma</vt:lpstr>
      <vt:lpstr>Soluzione: da testo a digramma</vt:lpstr>
      <vt:lpstr>Prossime esercitazioni</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Elia Zovico</dc:creator>
  <cp:lastModifiedBy>Elia Zovico</cp:lastModifiedBy>
  <cp:revision>1</cp:revision>
  <dcterms:created xsi:type="dcterms:W3CDTF">2024-11-28T09:31:09Z</dcterms:created>
  <dcterms:modified xsi:type="dcterms:W3CDTF">2024-11-28T14:33:52Z</dcterms:modified>
</cp:coreProperties>
</file>